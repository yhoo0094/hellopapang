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8" r:id="rId3"/>
    <p:sldId id="257" r:id="rId4"/>
    <p:sldId id="258" r:id="rId5"/>
    <p:sldId id="259" r:id="rId6"/>
    <p:sldId id="260" r:id="rId7"/>
    <p:sldId id="269" r:id="rId8"/>
    <p:sldId id="261" r:id="rId9"/>
    <p:sldId id="262" r:id="rId10"/>
    <p:sldId id="263" r:id="rId11"/>
    <p:sldId id="264" r:id="rId12"/>
    <p:sldId id="270" r:id="rId13"/>
    <p:sldId id="265" r:id="rId14"/>
    <p:sldId id="266" r:id="rId15"/>
    <p:sldId id="274" r:id="rId16"/>
    <p:sldId id="271" r:id="rId17"/>
    <p:sldId id="268" r:id="rId18"/>
    <p:sldId id="273" r:id="rId19"/>
    <p:sldId id="275" r:id="rId20"/>
    <p:sldId id="272" r:id="rId21"/>
    <p:sldId id="286" r:id="rId22"/>
    <p:sldId id="287" r:id="rId23"/>
    <p:sldId id="282" r:id="rId24"/>
    <p:sldId id="277" r:id="rId25"/>
    <p:sldId id="278" r:id="rId26"/>
    <p:sldId id="279" r:id="rId27"/>
    <p:sldId id="280" r:id="rId28"/>
    <p:sldId id="284" r:id="rId29"/>
    <p:sldId id="285" r:id="rId30"/>
    <p:sldId id="281" r:id="rId31"/>
    <p:sldId id="283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FF7F7F"/>
    <a:srgbClr val="FBA803"/>
    <a:srgbClr val="FF0000"/>
    <a:srgbClr val="FFE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8" autoAdjust="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93A37-C867-4A07-9B2A-19D25CF006E5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2301C-F423-4286-AFCE-BE64322B9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60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29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425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087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462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322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622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016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293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301C-F423-4286-AFCE-BE64322B9C9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487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E9980-88AE-D41F-8FA8-5F16BE546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1E309B-2798-B8D5-290D-9B850B32B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925BE-1C53-C329-1B63-08AB24BF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A205D9-DB92-8165-A961-3D168C6C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B504D1-378B-3BBB-1607-BE3E1AAF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65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C375B-5BE9-C730-DC1D-FD2A4563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2CE9A2-6591-A333-CA34-6055A28BB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3722A-8082-D7C7-CC0C-F1829B68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FBC48-F5FA-8F75-2A9C-0E4A5DB5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1FC42B-B656-7E30-EC2D-A57D473A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8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CA21D-231B-18DF-1FBE-08F785C6D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EEA56C-57BD-83B8-2A5E-4095AEDF7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40BFDF-587E-B8B9-C864-E11B988E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2C2AA-3418-34D4-217A-5A1F9DB9A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81EF3F-2842-AA9E-8F96-4EA521D3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48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D3B53-10C5-B2D8-24C7-4FD6B939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48E92-1F7C-DFDB-2FFD-0D412458C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F20461-DEC4-50A9-BCA6-2F829707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1DCFDE-81B5-B0BB-367D-A24AE7F7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9FF1F3-860A-0327-944F-6763B63C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EA2DBF-92E9-51C5-6B36-C61ADB3B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14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204C8-5AEB-2F55-D1AC-B6E01005D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420FF1-F0E4-17FE-E352-9768BE411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68655-F06E-91EA-970C-F066B91C5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6427EE-1FD6-09FD-86E6-E9EF6052B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2D2551-6F30-75F6-CE5B-BB059D9FA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A50BAF-CD3E-1EE5-141D-96C44EE0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955CA5-6FFA-6C64-4B23-3A254065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CA8504-638E-3C69-F95C-7998E73B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68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F4347-A6AA-BBDF-B8F8-FCFF853F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26DEED-0701-EB06-14EE-41CCCDA1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52F608-0280-C954-305E-D56BD7BB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7A18C4-A061-1A0E-1213-2DBE47C5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82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B8AF9B-31C2-9365-B3F8-DAB5FF9F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B47821-2EC4-6716-D27B-2D247535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7D9D6A-3B49-2B2E-2DC7-8FCDE259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05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A43FE-D590-5A74-206E-0891AE18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89BE1-4C6A-DB39-5470-4A23CEC9C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9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A0F9B9-F3B7-D5DF-345D-E65238551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36D612-D2D7-BF10-4165-D3E9E939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56B18F-5E34-C42F-1FB4-1FEBE980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3CEEC-0BFB-3656-9BC2-0CAE74F8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04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67F7B-8DE9-38F9-6938-35EB7FFB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4B560C-BB48-A4FB-9924-D0F27D7D2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9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59CD45-F4EA-87D5-7BB0-EAFC801BD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8517A4-079D-C134-B838-D394439A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9C53F5-2A6F-135C-F16F-43350C63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538B13-E299-D5DA-A988-199B38B0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01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D7B60-0C71-0547-FE54-BF38DA20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CD55CB-8E21-DC19-BAA8-74AAFBAB8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1AA29-861B-FB6F-07D4-A5ABD598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189909-0260-186D-635C-151A4759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949B0C-94D2-1589-C00D-9CEADCEA5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22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60635F-6CE0-6DA6-95C7-EB65A3D67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294203-D188-75E0-C1C3-DEAC539BB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8F334-2C18-A00F-3541-A5B4941E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0FCF88-2E80-9D5D-1C73-A15C86F6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579BF3-8EFB-7A2C-A100-870A9D53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25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40CB54-EFD0-7DD5-C171-825DA5C9F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980217-24F2-0448-C11B-1E67E13C5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528A0-AFF9-734D-031A-B0584FF59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3DEED-A3A3-4CAB-97A6-B59CBDFE92A3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BAAB14-1807-E93C-3FF6-F4F793BB4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AD5015-EB3C-2482-0CDC-6B5E9F43C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26FD7-92BE-432D-9E1B-FB5BD96C5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22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F6220D9-6A41-6018-6C37-9701DC9A5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429" y="2264362"/>
            <a:ext cx="1804358" cy="18043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B3285B-5E5B-A706-5748-682AAD14AB25}"/>
              </a:ext>
            </a:extLst>
          </p:cNvPr>
          <p:cNvSpPr/>
          <p:nvPr/>
        </p:nvSpPr>
        <p:spPr>
          <a:xfrm>
            <a:off x="1364023" y="4068720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46915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8FBB1-1B17-7C3B-7B52-0C52D254F5AD}"/>
              </a:ext>
            </a:extLst>
          </p:cNvPr>
          <p:cNvSpPr txBox="1"/>
          <p:nvPr/>
        </p:nvSpPr>
        <p:spPr>
          <a:xfrm>
            <a:off x="2084457" y="3108162"/>
            <a:ext cx="8023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2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매뉴얼</a:t>
            </a:r>
            <a:endParaRPr lang="ko-KR" altLang="en-US" sz="7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555E8D7-48A0-1BBB-BD75-3069A829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1855">
            <a:off x="1968750" y="2328588"/>
            <a:ext cx="3389929" cy="9588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54194E-34AF-F1A4-82D6-821B7084E18C}"/>
              </a:ext>
            </a:extLst>
          </p:cNvPr>
          <p:cNvSpPr txBox="1"/>
          <p:nvPr/>
        </p:nvSpPr>
        <p:spPr>
          <a:xfrm>
            <a:off x="7660256" y="4469292"/>
            <a:ext cx="3315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Made By. </a:t>
            </a:r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김상민</a:t>
            </a:r>
          </a:p>
        </p:txBody>
      </p:sp>
    </p:spTree>
    <p:extLst>
      <p:ext uri="{BB962C8B-B14F-4D97-AF65-F5344CB8AC3E}">
        <p14:creationId xmlns:p14="http://schemas.microsoft.com/office/powerpoint/2010/main" val="3592898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07D7-8F2F-585F-4090-6145760B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4DC0A276-DD49-E50B-9700-48636942CBC1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6A838-6E20-AC18-ACC9-0332B12B1AE3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425F829-20A0-D2DB-4F3F-D016A00C216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987229-931B-3342-5D71-7975C9DB1E39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F891C-5423-C8EA-4666-B7021E8A5E64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 구조도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DE75382-25B1-4BC5-D019-35A4503A3484}"/>
              </a:ext>
            </a:extLst>
          </p:cNvPr>
          <p:cNvSpPr/>
          <p:nvPr/>
        </p:nvSpPr>
        <p:spPr>
          <a:xfrm>
            <a:off x="359705" y="107977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ysClr val="windowText" lastClr="000000"/>
                </a:solidFill>
              </a:rPr>
              <a:t>로그인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3D1CDA7-49A3-43EE-6392-18AEC103D659}"/>
              </a:ext>
            </a:extLst>
          </p:cNvPr>
          <p:cNvSpPr/>
          <p:nvPr/>
        </p:nvSpPr>
        <p:spPr>
          <a:xfrm>
            <a:off x="3262630" y="107977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ysClr val="windowText" lastClr="000000"/>
                </a:solidFill>
              </a:rPr>
              <a:t>홈페이지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D8A6890-F35E-AC37-06E7-60E6DAFA8A0A}"/>
              </a:ext>
            </a:extLst>
          </p:cNvPr>
          <p:cNvSpPr/>
          <p:nvPr/>
        </p:nvSpPr>
        <p:spPr>
          <a:xfrm>
            <a:off x="6165555" y="1524293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ysClr val="windowText" lastClr="000000"/>
                </a:solidFill>
              </a:rPr>
              <a:t>장터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C34CF6A-BE04-9E46-D392-FA71AE1943C1}"/>
              </a:ext>
            </a:extLst>
          </p:cNvPr>
          <p:cNvSpPr/>
          <p:nvPr/>
        </p:nvSpPr>
        <p:spPr>
          <a:xfrm>
            <a:off x="6165555" y="196755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ysClr val="windowText" lastClr="000000"/>
                </a:solidFill>
              </a:rPr>
              <a:t>활동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12EA536-3383-3797-60F3-B1D25C3B4812}"/>
              </a:ext>
            </a:extLst>
          </p:cNvPr>
          <p:cNvSpPr/>
          <p:nvPr/>
        </p:nvSpPr>
        <p:spPr>
          <a:xfrm>
            <a:off x="6165555" y="2410825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ysClr val="windowText" lastClr="000000"/>
                </a:solidFill>
              </a:rPr>
              <a:t>정보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866750C-90AB-247B-356E-C17F010281F7}"/>
              </a:ext>
            </a:extLst>
          </p:cNvPr>
          <p:cNvSpPr/>
          <p:nvPr/>
        </p:nvSpPr>
        <p:spPr>
          <a:xfrm>
            <a:off x="6165555" y="285533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ysClr val="windowText" lastClr="000000"/>
                </a:solidFill>
              </a:rPr>
              <a:t>사용자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70E963A-99CD-448A-83FA-2CFFC5C05C63}"/>
              </a:ext>
            </a:extLst>
          </p:cNvPr>
          <p:cNvSpPr/>
          <p:nvPr/>
        </p:nvSpPr>
        <p:spPr>
          <a:xfrm>
            <a:off x="6165555" y="107977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게시판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FE63607-9BC3-460F-395E-59A6CB79C37F}"/>
              </a:ext>
            </a:extLst>
          </p:cNvPr>
          <p:cNvSpPr/>
          <p:nvPr/>
        </p:nvSpPr>
        <p:spPr>
          <a:xfrm>
            <a:off x="6165555" y="374311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관리자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B1CA7B2-4F0A-3794-42A9-DA39F4647AF2}"/>
              </a:ext>
            </a:extLst>
          </p:cNvPr>
          <p:cNvSpPr/>
          <p:nvPr/>
        </p:nvSpPr>
        <p:spPr>
          <a:xfrm>
            <a:off x="9068481" y="107977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자유게시판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81CB1D7-3CDA-C121-0439-467D2FCA38EC}"/>
              </a:ext>
            </a:extLst>
          </p:cNvPr>
          <p:cNvSpPr/>
          <p:nvPr/>
        </p:nvSpPr>
        <p:spPr>
          <a:xfrm>
            <a:off x="9068481" y="152366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ysClr val="windowText" lastClr="000000"/>
                </a:solidFill>
              </a:rPr>
              <a:t>기업장터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0C6B8E2-D9C6-A261-6EB2-44880F60BC09}"/>
              </a:ext>
            </a:extLst>
          </p:cNvPr>
          <p:cNvSpPr/>
          <p:nvPr/>
        </p:nvSpPr>
        <p:spPr>
          <a:xfrm>
            <a:off x="9068481" y="196755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놀이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FCBE1F8-5ADC-15FA-C9C2-8B04E4763CBD}"/>
              </a:ext>
            </a:extLst>
          </p:cNvPr>
          <p:cNvSpPr/>
          <p:nvPr/>
        </p:nvSpPr>
        <p:spPr>
          <a:xfrm>
            <a:off x="9068481" y="241144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공지사항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3232457-A33B-A6CE-E2A6-E01706EE36A1}"/>
              </a:ext>
            </a:extLst>
          </p:cNvPr>
          <p:cNvSpPr/>
          <p:nvPr/>
        </p:nvSpPr>
        <p:spPr>
          <a:xfrm>
            <a:off x="9068481" y="285533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마이페이지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E52C02A-986B-D348-95A1-1E8B14D22956}"/>
              </a:ext>
            </a:extLst>
          </p:cNvPr>
          <p:cNvSpPr/>
          <p:nvPr/>
        </p:nvSpPr>
        <p:spPr>
          <a:xfrm>
            <a:off x="9068481" y="329922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회원가입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175A735-996A-4D2C-D00F-1CC5497F23F6}"/>
              </a:ext>
            </a:extLst>
          </p:cNvPr>
          <p:cNvSpPr/>
          <p:nvPr/>
        </p:nvSpPr>
        <p:spPr>
          <a:xfrm>
            <a:off x="9068481" y="374311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ysClr val="windowText" lastClr="000000"/>
                </a:solidFill>
              </a:rPr>
              <a:t>관리자홈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0CAC2A5-C768-A2C4-7CAE-4C57E41D46BA}"/>
              </a:ext>
            </a:extLst>
          </p:cNvPr>
          <p:cNvSpPr/>
          <p:nvPr/>
        </p:nvSpPr>
        <p:spPr>
          <a:xfrm>
            <a:off x="9068481" y="418700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접속기록조회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CBF277D-CD20-EFE9-8D20-073EE36FC9F1}"/>
              </a:ext>
            </a:extLst>
          </p:cNvPr>
          <p:cNvSpPr/>
          <p:nvPr/>
        </p:nvSpPr>
        <p:spPr>
          <a:xfrm>
            <a:off x="9068481" y="551867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권한관리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B49E4A0-1B4D-DAE7-E35F-E35BC7D2429D}"/>
              </a:ext>
            </a:extLst>
          </p:cNvPr>
          <p:cNvSpPr/>
          <p:nvPr/>
        </p:nvSpPr>
        <p:spPr>
          <a:xfrm>
            <a:off x="9068481" y="507478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권한그룹관리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4A53F8CC-5890-1844-8A0C-9A0E6B200EAB}"/>
              </a:ext>
            </a:extLst>
          </p:cNvPr>
          <p:cNvSpPr/>
          <p:nvPr/>
        </p:nvSpPr>
        <p:spPr>
          <a:xfrm>
            <a:off x="9068481" y="463089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요청기록조회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FA63D3-B0A4-B4E8-EC2C-4979A619F9E8}"/>
              </a:ext>
            </a:extLst>
          </p:cNvPr>
          <p:cNvSpPr/>
          <p:nvPr/>
        </p:nvSpPr>
        <p:spPr>
          <a:xfrm>
            <a:off x="9068481" y="6406463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사용자관리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42723BA-8A92-BCFD-90AC-618C982664B4}"/>
              </a:ext>
            </a:extLst>
          </p:cNvPr>
          <p:cNvSpPr/>
          <p:nvPr/>
        </p:nvSpPr>
        <p:spPr>
          <a:xfrm>
            <a:off x="9068481" y="5962569"/>
            <a:ext cx="2220642" cy="360000"/>
          </a:xfrm>
          <a:prstGeom prst="roundRect">
            <a:avLst>
              <a:gd name="adj" fmla="val 1567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ysClr val="windowText" lastClr="000000"/>
                </a:solidFill>
              </a:rPr>
              <a:t>메뉴관리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60587C4-7317-7D21-8A16-8EA29E18E49E}"/>
              </a:ext>
            </a:extLst>
          </p:cNvPr>
          <p:cNvCxnSpPr>
            <a:stCxn id="2" idx="3"/>
            <a:endCxn id="11" idx="1"/>
          </p:cNvCxnSpPr>
          <p:nvPr/>
        </p:nvCxnSpPr>
        <p:spPr>
          <a:xfrm>
            <a:off x="2580347" y="1259779"/>
            <a:ext cx="6822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442CC55-FFD0-AE07-F24A-525628AAB52C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>
          <a:xfrm>
            <a:off x="5483272" y="1259779"/>
            <a:ext cx="6822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0AD07AF-2E74-462D-DF28-D65C16E5977B}"/>
              </a:ext>
            </a:extLst>
          </p:cNvPr>
          <p:cNvCxnSpPr>
            <a:cxnSpLocks/>
            <a:stCxn id="26" idx="3"/>
            <a:endCxn id="32" idx="1"/>
          </p:cNvCxnSpPr>
          <p:nvPr/>
        </p:nvCxnSpPr>
        <p:spPr>
          <a:xfrm>
            <a:off x="8386197" y="1259779"/>
            <a:ext cx="6822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FB853139-E34D-0F6F-8C6B-74D19AAEFD38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483272" y="1259779"/>
            <a:ext cx="682283" cy="44451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37187EB8-404B-6EF5-A956-86D705F191A8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5483272" y="1259779"/>
            <a:ext cx="682283" cy="8877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BA9901A7-FCF9-1B08-323A-06AF01151CCF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5483272" y="1259779"/>
            <a:ext cx="682283" cy="133104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46971917-25B0-47E0-1202-365F4CDDFFF6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>
            <a:off x="5483272" y="1259779"/>
            <a:ext cx="682283" cy="1775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B06F662-35C5-1B24-CA60-6CA7864AE930}"/>
              </a:ext>
            </a:extLst>
          </p:cNvPr>
          <p:cNvCxnSpPr>
            <a:cxnSpLocks/>
            <a:stCxn id="11" idx="3"/>
            <a:endCxn id="31" idx="1"/>
          </p:cNvCxnSpPr>
          <p:nvPr/>
        </p:nvCxnSpPr>
        <p:spPr>
          <a:xfrm>
            <a:off x="5483272" y="1259779"/>
            <a:ext cx="682283" cy="26633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604A12AB-218B-56B4-04E2-87141DFC845F}"/>
              </a:ext>
            </a:extLst>
          </p:cNvPr>
          <p:cNvCxnSpPr>
            <a:cxnSpLocks/>
            <a:stCxn id="25" idx="3"/>
            <a:endCxn id="40" idx="1"/>
          </p:cNvCxnSpPr>
          <p:nvPr/>
        </p:nvCxnSpPr>
        <p:spPr>
          <a:xfrm>
            <a:off x="8386197" y="3035339"/>
            <a:ext cx="682284" cy="44389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7793CE0F-A8EB-D42E-31D0-07B6F89C3B5A}"/>
              </a:ext>
            </a:extLst>
          </p:cNvPr>
          <p:cNvCxnSpPr>
            <a:cxnSpLocks/>
            <a:stCxn id="31" idx="3"/>
            <a:endCxn id="42" idx="1"/>
          </p:cNvCxnSpPr>
          <p:nvPr/>
        </p:nvCxnSpPr>
        <p:spPr>
          <a:xfrm>
            <a:off x="8386197" y="3923119"/>
            <a:ext cx="682284" cy="44389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5473C2EA-A0F9-E674-6250-86B35F941626}"/>
              </a:ext>
            </a:extLst>
          </p:cNvPr>
          <p:cNvCxnSpPr>
            <a:cxnSpLocks/>
            <a:stCxn id="31" idx="3"/>
            <a:endCxn id="45" idx="1"/>
          </p:cNvCxnSpPr>
          <p:nvPr/>
        </p:nvCxnSpPr>
        <p:spPr>
          <a:xfrm>
            <a:off x="8386197" y="3923119"/>
            <a:ext cx="682284" cy="8877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D5C5B7D0-4079-ADF6-FE32-6839E6BCDC8E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386197" y="3923119"/>
            <a:ext cx="682284" cy="133167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444837CB-C01B-AD20-64B9-F07FB3A88927}"/>
              </a:ext>
            </a:extLst>
          </p:cNvPr>
          <p:cNvCxnSpPr>
            <a:cxnSpLocks/>
            <a:stCxn id="31" idx="3"/>
            <a:endCxn id="43" idx="1"/>
          </p:cNvCxnSpPr>
          <p:nvPr/>
        </p:nvCxnSpPr>
        <p:spPr>
          <a:xfrm>
            <a:off x="8386197" y="3923119"/>
            <a:ext cx="682284" cy="1775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FC4E4524-C310-882C-82AB-E002E9F40458}"/>
              </a:ext>
            </a:extLst>
          </p:cNvPr>
          <p:cNvCxnSpPr>
            <a:cxnSpLocks/>
            <a:stCxn id="31" idx="3"/>
            <a:endCxn id="47" idx="1"/>
          </p:cNvCxnSpPr>
          <p:nvPr/>
        </p:nvCxnSpPr>
        <p:spPr>
          <a:xfrm>
            <a:off x="8386197" y="3923119"/>
            <a:ext cx="682284" cy="22194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D6F05FE9-CACB-22F0-9BB4-6087062765AF}"/>
              </a:ext>
            </a:extLst>
          </p:cNvPr>
          <p:cNvCxnSpPr>
            <a:cxnSpLocks/>
            <a:stCxn id="31" idx="3"/>
            <a:endCxn id="46" idx="1"/>
          </p:cNvCxnSpPr>
          <p:nvPr/>
        </p:nvCxnSpPr>
        <p:spPr>
          <a:xfrm>
            <a:off x="8386197" y="3923119"/>
            <a:ext cx="682284" cy="26633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F713F13-4FA1-C86C-04FE-9724F1A335C9}"/>
              </a:ext>
            </a:extLst>
          </p:cNvPr>
          <p:cNvCxnSpPr>
            <a:cxnSpLocks/>
            <a:stCxn id="12" idx="3"/>
            <a:endCxn id="36" idx="1"/>
          </p:cNvCxnSpPr>
          <p:nvPr/>
        </p:nvCxnSpPr>
        <p:spPr>
          <a:xfrm flipV="1">
            <a:off x="8386197" y="1703669"/>
            <a:ext cx="682284" cy="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29D7520A-40F6-AE26-21DB-DD54E3520363}"/>
              </a:ext>
            </a:extLst>
          </p:cNvPr>
          <p:cNvCxnSpPr>
            <a:cxnSpLocks/>
            <a:stCxn id="14" idx="3"/>
            <a:endCxn id="37" idx="1"/>
          </p:cNvCxnSpPr>
          <p:nvPr/>
        </p:nvCxnSpPr>
        <p:spPr>
          <a:xfrm>
            <a:off x="8386197" y="2147559"/>
            <a:ext cx="6822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74BF8C2A-8759-8127-1045-A17EAAF80348}"/>
              </a:ext>
            </a:extLst>
          </p:cNvPr>
          <p:cNvCxnSpPr>
            <a:cxnSpLocks/>
            <a:stCxn id="17" idx="3"/>
            <a:endCxn id="38" idx="1"/>
          </p:cNvCxnSpPr>
          <p:nvPr/>
        </p:nvCxnSpPr>
        <p:spPr>
          <a:xfrm>
            <a:off x="8386197" y="2590825"/>
            <a:ext cx="682284" cy="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C85162EF-9011-F79E-D660-7221A4B75FD6}"/>
              </a:ext>
            </a:extLst>
          </p:cNvPr>
          <p:cNvCxnSpPr>
            <a:cxnSpLocks/>
            <a:stCxn id="25" idx="3"/>
            <a:endCxn id="39" idx="1"/>
          </p:cNvCxnSpPr>
          <p:nvPr/>
        </p:nvCxnSpPr>
        <p:spPr>
          <a:xfrm>
            <a:off x="8386197" y="3035339"/>
            <a:ext cx="6822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45E08C5E-E91E-9E35-7292-8FC091613039}"/>
              </a:ext>
            </a:extLst>
          </p:cNvPr>
          <p:cNvCxnSpPr>
            <a:cxnSpLocks/>
            <a:stCxn id="31" idx="3"/>
            <a:endCxn id="41" idx="1"/>
          </p:cNvCxnSpPr>
          <p:nvPr/>
        </p:nvCxnSpPr>
        <p:spPr>
          <a:xfrm>
            <a:off x="8386197" y="3923119"/>
            <a:ext cx="6822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28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1E6428-4C65-6FE3-BE3F-63740D6B0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91" y="383648"/>
            <a:ext cx="4339086" cy="63386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메뉴를 소개하고 게시글을 미리 볼 수 있는 화면입니다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9268DA7-B4FF-BB48-064B-2C6499A271B9}"/>
              </a:ext>
            </a:extLst>
          </p:cNvPr>
          <p:cNvSpPr/>
          <p:nvPr/>
        </p:nvSpPr>
        <p:spPr>
          <a:xfrm>
            <a:off x="7062733" y="59309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2EE2D5-3A87-FF9D-F4F1-6A9109B79365}"/>
              </a:ext>
            </a:extLst>
          </p:cNvPr>
          <p:cNvSpPr/>
          <p:nvPr/>
        </p:nvSpPr>
        <p:spPr>
          <a:xfrm>
            <a:off x="561469" y="1682144"/>
            <a:ext cx="6149357" cy="7740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A716C2-96B8-4E7C-5846-F73C2DFBF908}"/>
              </a:ext>
            </a:extLst>
          </p:cNvPr>
          <p:cNvSpPr/>
          <p:nvPr/>
        </p:nvSpPr>
        <p:spPr>
          <a:xfrm>
            <a:off x="561469" y="1682143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32AB3-2E3C-A6A6-6D13-BF567B12B107}"/>
              </a:ext>
            </a:extLst>
          </p:cNvPr>
          <p:cNvSpPr txBox="1"/>
          <p:nvPr/>
        </p:nvSpPr>
        <p:spPr>
          <a:xfrm>
            <a:off x="900023" y="1699395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슬라이드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4A7-1E3A-6399-C831-F06F9494D961}"/>
              </a:ext>
            </a:extLst>
          </p:cNvPr>
          <p:cNvSpPr txBox="1"/>
          <p:nvPr/>
        </p:nvSpPr>
        <p:spPr>
          <a:xfrm>
            <a:off x="641235" y="2054407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슬라이드를 이용하여 사용자에게 다양한 이미지를 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62DF020-A1ED-69BF-7ECC-24455DFDE8C8}"/>
              </a:ext>
            </a:extLst>
          </p:cNvPr>
          <p:cNvSpPr/>
          <p:nvPr/>
        </p:nvSpPr>
        <p:spPr>
          <a:xfrm>
            <a:off x="7062733" y="1851420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DB574B5-B12C-FDBB-D0A4-5623E0550120}"/>
              </a:ext>
            </a:extLst>
          </p:cNvPr>
          <p:cNvSpPr/>
          <p:nvPr/>
        </p:nvSpPr>
        <p:spPr>
          <a:xfrm>
            <a:off x="561469" y="2677702"/>
            <a:ext cx="6149357" cy="1290073"/>
          </a:xfrm>
          <a:prstGeom prst="roundRect">
            <a:avLst>
              <a:gd name="adj" fmla="val 200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07B6FA4-E358-09CD-6D28-C73459F79FA7}"/>
              </a:ext>
            </a:extLst>
          </p:cNvPr>
          <p:cNvSpPr/>
          <p:nvPr/>
        </p:nvSpPr>
        <p:spPr>
          <a:xfrm>
            <a:off x="561469" y="2677702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8A0C34-E94C-E4D9-1219-45A194D35681}"/>
              </a:ext>
            </a:extLst>
          </p:cNvPr>
          <p:cNvSpPr txBox="1"/>
          <p:nvPr/>
        </p:nvSpPr>
        <p:spPr>
          <a:xfrm>
            <a:off x="641235" y="3049966"/>
            <a:ext cx="6098874" cy="84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서비스에 대해 이미지와 텍스트를 이용하여 소개합니다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마우스를 올리면 애니메이션을 통해 상세 소개를 노출합니다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클릭할 경우 해당 메뉴로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EB2E3A-C32F-4DAC-A4CA-D95FE48861A7}"/>
              </a:ext>
            </a:extLst>
          </p:cNvPr>
          <p:cNvSpPr txBox="1"/>
          <p:nvPr/>
        </p:nvSpPr>
        <p:spPr>
          <a:xfrm>
            <a:off x="900023" y="2699921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Hello 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Papang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소개합니다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8BBB872-9FA0-9AAC-070F-B00F6AD4A25A}"/>
              </a:ext>
            </a:extLst>
          </p:cNvPr>
          <p:cNvSpPr/>
          <p:nvPr/>
        </p:nvSpPr>
        <p:spPr>
          <a:xfrm>
            <a:off x="7062733" y="289825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2BCF9E5-28F7-6FF8-319D-B98EF140C5A7}"/>
              </a:ext>
            </a:extLst>
          </p:cNvPr>
          <p:cNvSpPr/>
          <p:nvPr/>
        </p:nvSpPr>
        <p:spPr>
          <a:xfrm>
            <a:off x="532186" y="4189278"/>
            <a:ext cx="6149357" cy="1290073"/>
          </a:xfrm>
          <a:prstGeom prst="roundRect">
            <a:avLst>
              <a:gd name="adj" fmla="val 334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A4C906C-4D9B-DF48-4320-F40AFF796307}"/>
              </a:ext>
            </a:extLst>
          </p:cNvPr>
          <p:cNvSpPr/>
          <p:nvPr/>
        </p:nvSpPr>
        <p:spPr>
          <a:xfrm>
            <a:off x="532186" y="4189278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11268E-03F9-E4FB-C548-2C1F7E25D425}"/>
              </a:ext>
            </a:extLst>
          </p:cNvPr>
          <p:cNvSpPr txBox="1"/>
          <p:nvPr/>
        </p:nvSpPr>
        <p:spPr>
          <a:xfrm>
            <a:off x="611952" y="4561542"/>
            <a:ext cx="6098874" cy="84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활동 메뉴에 최근에 올라온 게시물의 썸네일 및 소개를 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썸네일을 눌러 해당 게시글로 이동할 수 있습니다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더보기를 눌러 활동 메뉴로 이동할 수 있습니다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287D1A-67B1-1A71-E0F0-E3EAFE92AB14}"/>
              </a:ext>
            </a:extLst>
          </p:cNvPr>
          <p:cNvSpPr txBox="1"/>
          <p:nvPr/>
        </p:nvSpPr>
        <p:spPr>
          <a:xfrm>
            <a:off x="858324" y="4202653"/>
            <a:ext cx="57547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Papang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ACTIVE</a:t>
            </a:r>
          </a:p>
        </p:txBody>
      </p:sp>
    </p:spTree>
    <p:extLst>
      <p:ext uri="{BB962C8B-B14F-4D97-AF65-F5344CB8AC3E}">
        <p14:creationId xmlns:p14="http://schemas.microsoft.com/office/powerpoint/2010/main" val="383361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2EE2D5-3A87-FF9D-F4F1-6A9109B79365}"/>
              </a:ext>
            </a:extLst>
          </p:cNvPr>
          <p:cNvSpPr/>
          <p:nvPr/>
        </p:nvSpPr>
        <p:spPr>
          <a:xfrm>
            <a:off x="561469" y="1682144"/>
            <a:ext cx="6149357" cy="121473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1E6428-4C65-6FE3-BE3F-63740D6B0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91" y="383648"/>
            <a:ext cx="4339086" cy="63386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메뉴를 소개하고 게시글을 미리 볼 수 있는 화면입니다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A716C2-96B8-4E7C-5846-F73C2DFBF908}"/>
              </a:ext>
            </a:extLst>
          </p:cNvPr>
          <p:cNvSpPr/>
          <p:nvPr/>
        </p:nvSpPr>
        <p:spPr>
          <a:xfrm>
            <a:off x="561469" y="1682143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9268DA7-B4FF-BB48-064B-2C6499A271B9}"/>
              </a:ext>
            </a:extLst>
          </p:cNvPr>
          <p:cNvSpPr/>
          <p:nvPr/>
        </p:nvSpPr>
        <p:spPr>
          <a:xfrm>
            <a:off x="7095794" y="4389785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32AB3-2E3C-A6A6-6D13-BF567B12B107}"/>
              </a:ext>
            </a:extLst>
          </p:cNvPr>
          <p:cNvSpPr txBox="1"/>
          <p:nvPr/>
        </p:nvSpPr>
        <p:spPr>
          <a:xfrm>
            <a:off x="900023" y="1699395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Papang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SHOP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4A7-1E3A-6399-C831-F06F9494D961}"/>
              </a:ext>
            </a:extLst>
          </p:cNvPr>
          <p:cNvSpPr txBox="1"/>
          <p:nvPr/>
        </p:nvSpPr>
        <p:spPr>
          <a:xfrm>
            <a:off x="641235" y="2054407"/>
            <a:ext cx="6098874" cy="84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장터 메뉴에 최근에 올라온 게시물의 썸네일 및 가격을 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썸네일을 눌러 해당 게시글로 이동할 수 있습니다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더보기를 눌러 장터 메뉴로 이동할 수 있습니다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970EE5B-683E-1BD8-D004-2C1ECA3E166E}"/>
              </a:ext>
            </a:extLst>
          </p:cNvPr>
          <p:cNvSpPr/>
          <p:nvPr/>
        </p:nvSpPr>
        <p:spPr>
          <a:xfrm>
            <a:off x="553675" y="3157631"/>
            <a:ext cx="6149357" cy="765115"/>
          </a:xfrm>
          <a:prstGeom prst="roundRect">
            <a:avLst>
              <a:gd name="adj" fmla="val 334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C4DA0DC-FD0C-8A4B-7709-21E2F2AFDD8D}"/>
              </a:ext>
            </a:extLst>
          </p:cNvPr>
          <p:cNvSpPr/>
          <p:nvPr/>
        </p:nvSpPr>
        <p:spPr>
          <a:xfrm>
            <a:off x="553675" y="3157631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5CF80-1188-C843-438F-3104530CDCD9}"/>
              </a:ext>
            </a:extLst>
          </p:cNvPr>
          <p:cNvSpPr txBox="1"/>
          <p:nvPr/>
        </p:nvSpPr>
        <p:spPr>
          <a:xfrm>
            <a:off x="633441" y="3529895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Hello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Papang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주요 메뉴에 대해 소개합니다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191924-E175-A659-47A1-1DE43CBBB010}"/>
              </a:ext>
            </a:extLst>
          </p:cNvPr>
          <p:cNvSpPr txBox="1"/>
          <p:nvPr/>
        </p:nvSpPr>
        <p:spPr>
          <a:xfrm>
            <a:off x="879813" y="3171006"/>
            <a:ext cx="57547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Hello </a:t>
            </a:r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Papang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DF791D3-00AA-54E9-5D5A-815A5E9D14B4}"/>
              </a:ext>
            </a:extLst>
          </p:cNvPr>
          <p:cNvSpPr/>
          <p:nvPr/>
        </p:nvSpPr>
        <p:spPr>
          <a:xfrm>
            <a:off x="7095794" y="5435437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789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A77AED8-F7EB-D7CD-60E8-54C25B5DD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77" y="1623577"/>
            <a:ext cx="7432047" cy="43460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관리자에게 발급 받은 계정으로 로그인 할 수 있는 화면입니다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2EE2D5-3A87-FF9D-F4F1-6A9109B79365}"/>
              </a:ext>
            </a:extLst>
          </p:cNvPr>
          <p:cNvSpPr/>
          <p:nvPr/>
        </p:nvSpPr>
        <p:spPr>
          <a:xfrm>
            <a:off x="7876670" y="1606326"/>
            <a:ext cx="3989353" cy="767596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A716C2-96B8-4E7C-5846-F73C2DFBF908}"/>
              </a:ext>
            </a:extLst>
          </p:cNvPr>
          <p:cNvSpPr/>
          <p:nvPr/>
        </p:nvSpPr>
        <p:spPr>
          <a:xfrm>
            <a:off x="7876670" y="1606325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32AB3-2E3C-A6A6-6D13-BF567B12B107}"/>
              </a:ext>
            </a:extLst>
          </p:cNvPr>
          <p:cNvSpPr txBox="1"/>
          <p:nvPr/>
        </p:nvSpPr>
        <p:spPr>
          <a:xfrm>
            <a:off x="8215225" y="1623577"/>
            <a:ext cx="3786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호출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4A7-1E3A-6399-C831-F06F9494D961}"/>
              </a:ext>
            </a:extLst>
          </p:cNvPr>
          <p:cNvSpPr txBox="1"/>
          <p:nvPr/>
        </p:nvSpPr>
        <p:spPr>
          <a:xfrm>
            <a:off x="7956436" y="1978589"/>
            <a:ext cx="404506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모달을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호출합니다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8AF38C7-4B2A-FFAB-02F1-5022EDD5AF9B}"/>
              </a:ext>
            </a:extLst>
          </p:cNvPr>
          <p:cNvSpPr/>
          <p:nvPr/>
        </p:nvSpPr>
        <p:spPr>
          <a:xfrm>
            <a:off x="4274805" y="327350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FA1D67-A0E3-3CEE-AD1C-3709B05886BA}"/>
              </a:ext>
            </a:extLst>
          </p:cNvPr>
          <p:cNvSpPr/>
          <p:nvPr/>
        </p:nvSpPr>
        <p:spPr>
          <a:xfrm>
            <a:off x="6806214" y="148242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CCC9AB-1922-3685-AD7C-EF81BA306E7D}"/>
              </a:ext>
            </a:extLst>
          </p:cNvPr>
          <p:cNvSpPr/>
          <p:nvPr/>
        </p:nvSpPr>
        <p:spPr>
          <a:xfrm>
            <a:off x="7876670" y="2609271"/>
            <a:ext cx="3989353" cy="963073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425EC56-8E65-7612-D503-8471D700F1A5}"/>
              </a:ext>
            </a:extLst>
          </p:cNvPr>
          <p:cNvSpPr/>
          <p:nvPr/>
        </p:nvSpPr>
        <p:spPr>
          <a:xfrm>
            <a:off x="7876670" y="2609271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50DAE-83BF-7A67-C603-07E49BF74B8A}"/>
              </a:ext>
            </a:extLst>
          </p:cNvPr>
          <p:cNvSpPr txBox="1"/>
          <p:nvPr/>
        </p:nvSpPr>
        <p:spPr>
          <a:xfrm>
            <a:off x="8215225" y="2626523"/>
            <a:ext cx="3786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8A16F-7F30-9841-D459-A5BBEF0F7D83}"/>
              </a:ext>
            </a:extLst>
          </p:cNvPr>
          <p:cNvSpPr txBox="1"/>
          <p:nvPr/>
        </p:nvSpPr>
        <p:spPr>
          <a:xfrm>
            <a:off x="7956436" y="2981535"/>
            <a:ext cx="4045064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아이디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비밀번호를 입력하여 로그인 할 수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있습니다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89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A77AED8-F7EB-D7CD-60E8-54C25B5DD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977" y="1614786"/>
            <a:ext cx="7432047" cy="43460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2EE2D5-3A87-FF9D-F4F1-6A9109B79365}"/>
              </a:ext>
            </a:extLst>
          </p:cNvPr>
          <p:cNvSpPr/>
          <p:nvPr/>
        </p:nvSpPr>
        <p:spPr>
          <a:xfrm>
            <a:off x="7876670" y="1597535"/>
            <a:ext cx="3989353" cy="697673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 비밀번호 변경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 비밀번호를 사용중인 계정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비밀번호를 설정하는 화면입니다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A716C2-96B8-4E7C-5846-F73C2DFBF908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32AB3-2E3C-A6A6-6D13-BF567B12B107}"/>
              </a:ext>
            </a:extLst>
          </p:cNvPr>
          <p:cNvSpPr txBox="1"/>
          <p:nvPr/>
        </p:nvSpPr>
        <p:spPr>
          <a:xfrm>
            <a:off x="8215225" y="1614786"/>
            <a:ext cx="3786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변경하기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4A7-1E3A-6399-C831-F06F9494D961}"/>
              </a:ext>
            </a:extLst>
          </p:cNvPr>
          <p:cNvSpPr txBox="1"/>
          <p:nvPr/>
        </p:nvSpPr>
        <p:spPr>
          <a:xfrm>
            <a:off x="7956436" y="1969798"/>
            <a:ext cx="3909587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 비밀번호를 변경합니다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FA1D67-A0E3-3CEE-AD1C-3709B05886BA}"/>
              </a:ext>
            </a:extLst>
          </p:cNvPr>
          <p:cNvSpPr/>
          <p:nvPr/>
        </p:nvSpPr>
        <p:spPr>
          <a:xfrm>
            <a:off x="4222219" y="3998142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787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F6220D9-6A41-6018-6C37-9701DC9A5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429" y="2264362"/>
            <a:ext cx="1804358" cy="18043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B3285B-5E5B-A706-5748-682AAD14AB25}"/>
              </a:ext>
            </a:extLst>
          </p:cNvPr>
          <p:cNvSpPr/>
          <p:nvPr/>
        </p:nvSpPr>
        <p:spPr>
          <a:xfrm>
            <a:off x="1364023" y="4068720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46915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8FBB1-1B17-7C3B-7B52-0C52D254F5AD}"/>
              </a:ext>
            </a:extLst>
          </p:cNvPr>
          <p:cNvSpPr txBox="1"/>
          <p:nvPr/>
        </p:nvSpPr>
        <p:spPr>
          <a:xfrm>
            <a:off x="2084457" y="3108162"/>
            <a:ext cx="8023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2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게시판</a:t>
            </a:r>
            <a:endParaRPr lang="ko-KR" altLang="en-US" sz="7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555E8D7-48A0-1BBB-BD75-3069A829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1855">
            <a:off x="1968750" y="2328588"/>
            <a:ext cx="3389929" cy="9588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429CD7-1F8D-EDE6-86C4-0DF8781A0814}"/>
              </a:ext>
            </a:extLst>
          </p:cNvPr>
          <p:cNvSpPr txBox="1"/>
          <p:nvPr/>
        </p:nvSpPr>
        <p:spPr>
          <a:xfrm>
            <a:off x="7177178" y="4469292"/>
            <a:ext cx="3798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#</a:t>
            </a:r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자유 </a:t>
            </a:r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#</a:t>
            </a:r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소통 </a:t>
            </a:r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#</a:t>
            </a:r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정보공유</a:t>
            </a:r>
          </a:p>
        </p:txBody>
      </p:sp>
    </p:spTree>
    <p:extLst>
      <p:ext uri="{BB962C8B-B14F-4D97-AF65-F5344CB8AC3E}">
        <p14:creationId xmlns:p14="http://schemas.microsoft.com/office/powerpoint/2010/main" val="2207242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A77AED8-F7EB-D7CD-60E8-54C25B5DD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977" y="1597535"/>
            <a:ext cx="7432047" cy="43633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자유로운 주제로 이야기를 나눌 수 있는 게시판입니다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2EE2D5-3A87-FF9D-F4F1-6A9109B79365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A716C2-96B8-4E7C-5846-F73C2DFBF908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32AB3-2E3C-A6A6-6D13-BF567B12B107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게시판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4A7-1E3A-6399-C831-F06F9494D961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FA1D67-A0E3-3CEE-AD1C-3709B05886BA}"/>
              </a:ext>
            </a:extLst>
          </p:cNvPr>
          <p:cNvSpPr/>
          <p:nvPr/>
        </p:nvSpPr>
        <p:spPr>
          <a:xfrm>
            <a:off x="959447" y="245706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C42DE4-3F27-E86F-9AE7-3126DF02FCC4}"/>
              </a:ext>
            </a:extLst>
          </p:cNvPr>
          <p:cNvSpPr/>
          <p:nvPr/>
        </p:nvSpPr>
        <p:spPr>
          <a:xfrm>
            <a:off x="7842164" y="2599586"/>
            <a:ext cx="4033185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E29F093-8009-2540-38BE-8A06DCFE144A}"/>
              </a:ext>
            </a:extLst>
          </p:cNvPr>
          <p:cNvSpPr/>
          <p:nvPr/>
        </p:nvSpPr>
        <p:spPr>
          <a:xfrm>
            <a:off x="7842164" y="2599585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4D7DA-1907-E7BE-09B8-5A63A3E6ECD0}"/>
              </a:ext>
            </a:extLst>
          </p:cNvPr>
          <p:cNvSpPr txBox="1"/>
          <p:nvPr/>
        </p:nvSpPr>
        <p:spPr>
          <a:xfrm>
            <a:off x="8180719" y="2616837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99A1AB-9811-47BB-EC98-146C05DD04F6}"/>
              </a:ext>
            </a:extLst>
          </p:cNvPr>
          <p:cNvSpPr txBox="1"/>
          <p:nvPr/>
        </p:nvSpPr>
        <p:spPr>
          <a:xfrm>
            <a:off x="7921930" y="2971849"/>
            <a:ext cx="3872643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조건과 일치하는 게시물을 조회합니다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43CEC84-4007-99FC-A2A1-E73551F7CBE5}"/>
              </a:ext>
            </a:extLst>
          </p:cNvPr>
          <p:cNvSpPr/>
          <p:nvPr/>
        </p:nvSpPr>
        <p:spPr>
          <a:xfrm>
            <a:off x="4713924" y="1636462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0D9851D-D731-39B7-CF0C-198D379B4EDB}"/>
              </a:ext>
            </a:extLst>
          </p:cNvPr>
          <p:cNvSpPr/>
          <p:nvPr/>
        </p:nvSpPr>
        <p:spPr>
          <a:xfrm>
            <a:off x="7843856" y="3593008"/>
            <a:ext cx="4031494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3727577-C1A0-9607-5411-0B274678D4A7}"/>
              </a:ext>
            </a:extLst>
          </p:cNvPr>
          <p:cNvSpPr/>
          <p:nvPr/>
        </p:nvSpPr>
        <p:spPr>
          <a:xfrm>
            <a:off x="7843855" y="3593007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AEF518-BD24-831D-2B37-475AC639CE0E}"/>
              </a:ext>
            </a:extLst>
          </p:cNvPr>
          <p:cNvSpPr txBox="1"/>
          <p:nvPr/>
        </p:nvSpPr>
        <p:spPr>
          <a:xfrm>
            <a:off x="8182410" y="3610259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459EFD-8953-A204-81D8-F9DD592CFCDB}"/>
              </a:ext>
            </a:extLst>
          </p:cNvPr>
          <p:cNvSpPr txBox="1"/>
          <p:nvPr/>
        </p:nvSpPr>
        <p:spPr>
          <a:xfrm>
            <a:off x="7923621" y="3965271"/>
            <a:ext cx="3871020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목록에서 게시글을 선택하여 조회 화면으로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D8B444-FC16-6FD1-15DA-E0254E0574E6}"/>
              </a:ext>
            </a:extLst>
          </p:cNvPr>
          <p:cNvSpPr/>
          <p:nvPr/>
        </p:nvSpPr>
        <p:spPr>
          <a:xfrm>
            <a:off x="6374921" y="5019290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AEDA90F-5463-1B16-8D3B-0DC0EA6E50B8}"/>
              </a:ext>
            </a:extLst>
          </p:cNvPr>
          <p:cNvSpPr/>
          <p:nvPr/>
        </p:nvSpPr>
        <p:spPr>
          <a:xfrm>
            <a:off x="838859" y="301396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858B2E5-B8C6-C2DE-D6BB-9929654D0480}"/>
              </a:ext>
            </a:extLst>
          </p:cNvPr>
          <p:cNvSpPr/>
          <p:nvPr/>
        </p:nvSpPr>
        <p:spPr>
          <a:xfrm>
            <a:off x="7843685" y="4798465"/>
            <a:ext cx="4031494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203C725-684D-AD73-DC67-BF27387DA019}"/>
              </a:ext>
            </a:extLst>
          </p:cNvPr>
          <p:cNvSpPr/>
          <p:nvPr/>
        </p:nvSpPr>
        <p:spPr>
          <a:xfrm>
            <a:off x="7843684" y="479846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A31B95-75E6-CDAE-DDDF-34C9E29D2AB3}"/>
              </a:ext>
            </a:extLst>
          </p:cNvPr>
          <p:cNvSpPr txBox="1"/>
          <p:nvPr/>
        </p:nvSpPr>
        <p:spPr>
          <a:xfrm>
            <a:off x="8182239" y="4815716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B8C344-6443-C4E8-C604-83131719DCA5}"/>
              </a:ext>
            </a:extLst>
          </p:cNvPr>
          <p:cNvSpPr txBox="1"/>
          <p:nvPr/>
        </p:nvSpPr>
        <p:spPr>
          <a:xfrm>
            <a:off x="7923450" y="5170728"/>
            <a:ext cx="3871020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게시글 입력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9028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51D23921-9D19-4B9D-3EF6-D0DEB84B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5" y="1597533"/>
            <a:ext cx="7428264" cy="49753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 신규 게시글 입력 화면</a:t>
            </a:r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2EE2D5-3A87-FF9D-F4F1-6A9109B79365}"/>
              </a:ext>
            </a:extLst>
          </p:cNvPr>
          <p:cNvSpPr/>
          <p:nvPr/>
        </p:nvSpPr>
        <p:spPr>
          <a:xfrm>
            <a:off x="7876671" y="1597535"/>
            <a:ext cx="3998680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A716C2-96B8-4E7C-5846-F73C2DFBF908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32AB3-2E3C-A6A6-6D13-BF567B12B107}"/>
              </a:ext>
            </a:extLst>
          </p:cNvPr>
          <p:cNvSpPr txBox="1"/>
          <p:nvPr/>
        </p:nvSpPr>
        <p:spPr>
          <a:xfrm>
            <a:off x="8215225" y="1614786"/>
            <a:ext cx="3593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4A7-1E3A-6399-C831-F06F9494D961}"/>
              </a:ext>
            </a:extLst>
          </p:cNvPr>
          <p:cNvSpPr txBox="1"/>
          <p:nvPr/>
        </p:nvSpPr>
        <p:spPr>
          <a:xfrm>
            <a:off x="7956436" y="1969798"/>
            <a:ext cx="3839512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에디터를 이용해서 자유롭게 글을 작성할 수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있습니다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FA1D67-A0E3-3CEE-AD1C-3709B05886BA}"/>
              </a:ext>
            </a:extLst>
          </p:cNvPr>
          <p:cNvSpPr/>
          <p:nvPr/>
        </p:nvSpPr>
        <p:spPr>
          <a:xfrm>
            <a:off x="1012962" y="5368489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C42DE4-3F27-E86F-9AE7-3126DF02FCC4}"/>
              </a:ext>
            </a:extLst>
          </p:cNvPr>
          <p:cNvSpPr/>
          <p:nvPr/>
        </p:nvSpPr>
        <p:spPr>
          <a:xfrm>
            <a:off x="7876671" y="2809311"/>
            <a:ext cx="3998680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E29F093-8009-2540-38BE-8A06DCFE144A}"/>
              </a:ext>
            </a:extLst>
          </p:cNvPr>
          <p:cNvSpPr/>
          <p:nvPr/>
        </p:nvSpPr>
        <p:spPr>
          <a:xfrm>
            <a:off x="7876670" y="2809310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4D7DA-1907-E7BE-09B8-5A63A3E6ECD0}"/>
              </a:ext>
            </a:extLst>
          </p:cNvPr>
          <p:cNvSpPr txBox="1"/>
          <p:nvPr/>
        </p:nvSpPr>
        <p:spPr>
          <a:xfrm>
            <a:off x="8215225" y="2826562"/>
            <a:ext cx="3593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첨부파일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99A1AB-9811-47BB-EC98-146C05DD04F6}"/>
              </a:ext>
            </a:extLst>
          </p:cNvPr>
          <p:cNvSpPr txBox="1"/>
          <p:nvPr/>
        </p:nvSpPr>
        <p:spPr>
          <a:xfrm>
            <a:off x="7956436" y="3181574"/>
            <a:ext cx="3839512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 파일을 업로드 및 다운로드 할 수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있습니다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43CEC84-4007-99FC-A2A1-E73551F7CBE5}"/>
              </a:ext>
            </a:extLst>
          </p:cNvPr>
          <p:cNvSpPr/>
          <p:nvPr/>
        </p:nvSpPr>
        <p:spPr>
          <a:xfrm>
            <a:off x="1012963" y="3829062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0D9851D-D731-39B7-CF0C-198D379B4EDB}"/>
              </a:ext>
            </a:extLst>
          </p:cNvPr>
          <p:cNvSpPr/>
          <p:nvPr/>
        </p:nvSpPr>
        <p:spPr>
          <a:xfrm>
            <a:off x="7876671" y="4053767"/>
            <a:ext cx="3998680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3727577-C1A0-9607-5411-0B274678D4A7}"/>
              </a:ext>
            </a:extLst>
          </p:cNvPr>
          <p:cNvSpPr/>
          <p:nvPr/>
        </p:nvSpPr>
        <p:spPr>
          <a:xfrm>
            <a:off x="7876670" y="4053766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AEF518-BD24-831D-2B37-475AC639CE0E}"/>
              </a:ext>
            </a:extLst>
          </p:cNvPr>
          <p:cNvSpPr txBox="1"/>
          <p:nvPr/>
        </p:nvSpPr>
        <p:spPr>
          <a:xfrm>
            <a:off x="8215225" y="4071018"/>
            <a:ext cx="3593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459EFD-8953-A204-81D8-F9DD592CFCDB}"/>
              </a:ext>
            </a:extLst>
          </p:cNvPr>
          <p:cNvSpPr txBox="1"/>
          <p:nvPr/>
        </p:nvSpPr>
        <p:spPr>
          <a:xfrm>
            <a:off x="7956436" y="4426030"/>
            <a:ext cx="3839512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내용을 저장합니다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D8B444-FC16-6FD1-15DA-E0254E0574E6}"/>
              </a:ext>
            </a:extLst>
          </p:cNvPr>
          <p:cNvSpPr/>
          <p:nvPr/>
        </p:nvSpPr>
        <p:spPr>
          <a:xfrm>
            <a:off x="5992113" y="5607020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9EB682A-B0EF-E60B-90F9-AFFD0EDBD2E8}"/>
              </a:ext>
            </a:extLst>
          </p:cNvPr>
          <p:cNvSpPr/>
          <p:nvPr/>
        </p:nvSpPr>
        <p:spPr>
          <a:xfrm>
            <a:off x="6374921" y="5607021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0019AE4-5C76-622C-2C45-C4DEE82DBDDE}"/>
              </a:ext>
            </a:extLst>
          </p:cNvPr>
          <p:cNvSpPr/>
          <p:nvPr/>
        </p:nvSpPr>
        <p:spPr>
          <a:xfrm>
            <a:off x="7876671" y="5029936"/>
            <a:ext cx="3998680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14CADEE-FE8B-032F-63E5-A6D600AA97AA}"/>
              </a:ext>
            </a:extLst>
          </p:cNvPr>
          <p:cNvSpPr/>
          <p:nvPr/>
        </p:nvSpPr>
        <p:spPr>
          <a:xfrm>
            <a:off x="7876670" y="5029935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194AEF-CD3D-4CE1-4A98-14FC31A820C2}"/>
              </a:ext>
            </a:extLst>
          </p:cNvPr>
          <p:cNvSpPr txBox="1"/>
          <p:nvPr/>
        </p:nvSpPr>
        <p:spPr>
          <a:xfrm>
            <a:off x="8215225" y="5047187"/>
            <a:ext cx="3593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돌아가기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F088D2-8250-2DFD-A057-DAD85FFCE727}"/>
              </a:ext>
            </a:extLst>
          </p:cNvPr>
          <p:cNvSpPr txBox="1"/>
          <p:nvPr/>
        </p:nvSpPr>
        <p:spPr>
          <a:xfrm>
            <a:off x="7956436" y="5402199"/>
            <a:ext cx="3839512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 목록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639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51D23921-9D19-4B9D-3EF6-D0DEB84B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975" y="1597533"/>
            <a:ext cx="7428263" cy="49753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 </a:t>
            </a:r>
            <a:r>
              <a:rPr lang="ko-KR" altLang="en-US" sz="16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본인이 작성한 게시글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조회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 화면</a:t>
            </a:r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2EE2D5-3A87-FF9D-F4F1-6A9109B79365}"/>
              </a:ext>
            </a:extLst>
          </p:cNvPr>
          <p:cNvSpPr/>
          <p:nvPr/>
        </p:nvSpPr>
        <p:spPr>
          <a:xfrm>
            <a:off x="7876670" y="1597535"/>
            <a:ext cx="3998679" cy="745371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A716C2-96B8-4E7C-5846-F73C2DFBF908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32AB3-2E3C-A6A6-6D13-BF567B12B107}"/>
              </a:ext>
            </a:extLst>
          </p:cNvPr>
          <p:cNvSpPr txBox="1"/>
          <p:nvPr/>
        </p:nvSpPr>
        <p:spPr>
          <a:xfrm>
            <a:off x="8215225" y="1614786"/>
            <a:ext cx="35770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4A7-1E3A-6399-C831-F06F9494D961}"/>
              </a:ext>
            </a:extLst>
          </p:cNvPr>
          <p:cNvSpPr txBox="1"/>
          <p:nvPr/>
        </p:nvSpPr>
        <p:spPr>
          <a:xfrm>
            <a:off x="7956436" y="1969797"/>
            <a:ext cx="38215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내용을 수정합니다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C42DE4-3F27-E86F-9AE7-3126DF02FCC4}"/>
              </a:ext>
            </a:extLst>
          </p:cNvPr>
          <p:cNvSpPr/>
          <p:nvPr/>
        </p:nvSpPr>
        <p:spPr>
          <a:xfrm>
            <a:off x="7876669" y="2547741"/>
            <a:ext cx="3998681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E29F093-8009-2540-38BE-8A06DCFE144A}"/>
              </a:ext>
            </a:extLst>
          </p:cNvPr>
          <p:cNvSpPr/>
          <p:nvPr/>
        </p:nvSpPr>
        <p:spPr>
          <a:xfrm>
            <a:off x="7876669" y="2547740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4D7DA-1907-E7BE-09B8-5A63A3E6ECD0}"/>
              </a:ext>
            </a:extLst>
          </p:cNvPr>
          <p:cNvSpPr txBox="1"/>
          <p:nvPr/>
        </p:nvSpPr>
        <p:spPr>
          <a:xfrm>
            <a:off x="8215224" y="2564992"/>
            <a:ext cx="35938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99A1AB-9811-47BB-EC98-146C05DD04F6}"/>
              </a:ext>
            </a:extLst>
          </p:cNvPr>
          <p:cNvSpPr txBox="1"/>
          <p:nvPr/>
        </p:nvSpPr>
        <p:spPr>
          <a:xfrm>
            <a:off x="7956435" y="2920004"/>
            <a:ext cx="3839513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게시글을 삭제합니다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D8B444-FC16-6FD1-15DA-E0254E0574E6}"/>
              </a:ext>
            </a:extLst>
          </p:cNvPr>
          <p:cNvSpPr/>
          <p:nvPr/>
        </p:nvSpPr>
        <p:spPr>
          <a:xfrm>
            <a:off x="5690193" y="5607020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9EB682A-B0EF-E60B-90F9-AFFD0EDBD2E8}"/>
              </a:ext>
            </a:extLst>
          </p:cNvPr>
          <p:cNvSpPr/>
          <p:nvPr/>
        </p:nvSpPr>
        <p:spPr>
          <a:xfrm>
            <a:off x="6073001" y="5607021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81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51D23921-9D19-4B9D-3EF6-D0DEB84B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975" y="1597533"/>
            <a:ext cx="7428263" cy="497538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자유게시판 </a:t>
            </a:r>
            <a:r>
              <a:rPr lang="ko-KR" altLang="en-US" sz="16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계정이 작성한 게시글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조회 화면</a:t>
            </a:r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2EE2D5-3A87-FF9D-F4F1-6A9109B79365}"/>
              </a:ext>
            </a:extLst>
          </p:cNvPr>
          <p:cNvSpPr/>
          <p:nvPr/>
        </p:nvSpPr>
        <p:spPr>
          <a:xfrm>
            <a:off x="7876670" y="1597535"/>
            <a:ext cx="3998679" cy="745371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A716C2-96B8-4E7C-5846-F73C2DFBF908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32AB3-2E3C-A6A6-6D13-BF567B12B107}"/>
              </a:ext>
            </a:extLst>
          </p:cNvPr>
          <p:cNvSpPr txBox="1"/>
          <p:nvPr/>
        </p:nvSpPr>
        <p:spPr>
          <a:xfrm>
            <a:off x="8215225" y="1614786"/>
            <a:ext cx="35770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첨부파일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84A7-1E3A-6399-C831-F06F9494D961}"/>
              </a:ext>
            </a:extLst>
          </p:cNvPr>
          <p:cNvSpPr txBox="1"/>
          <p:nvPr/>
        </p:nvSpPr>
        <p:spPr>
          <a:xfrm>
            <a:off x="7956436" y="1969797"/>
            <a:ext cx="38215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첨부된 파일을 다운로드 할 수 있습니다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D8B444-FC16-6FD1-15DA-E0254E0574E6}"/>
              </a:ext>
            </a:extLst>
          </p:cNvPr>
          <p:cNvSpPr/>
          <p:nvPr/>
        </p:nvSpPr>
        <p:spPr>
          <a:xfrm>
            <a:off x="962913" y="536584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6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F6220D9-6A41-6018-6C37-9701DC9A5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429" y="2264362"/>
            <a:ext cx="1804358" cy="18043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B3285B-5E5B-A706-5748-682AAD14AB25}"/>
              </a:ext>
            </a:extLst>
          </p:cNvPr>
          <p:cNvSpPr/>
          <p:nvPr/>
        </p:nvSpPr>
        <p:spPr>
          <a:xfrm>
            <a:off x="1364023" y="4068720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46915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8FBB1-1B17-7C3B-7B52-0C52D254F5AD}"/>
              </a:ext>
            </a:extLst>
          </p:cNvPr>
          <p:cNvSpPr txBox="1"/>
          <p:nvPr/>
        </p:nvSpPr>
        <p:spPr>
          <a:xfrm>
            <a:off x="2084457" y="3108162"/>
            <a:ext cx="8023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2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장터</a:t>
            </a:r>
            <a:endParaRPr lang="ko-KR" altLang="en-US" sz="7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555E8D7-48A0-1BBB-BD75-3069A829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1855">
            <a:off x="1968750" y="2328588"/>
            <a:ext cx="3389929" cy="958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08FE3-F1B9-AC38-8F4D-17DB79C1B2A9}"/>
              </a:ext>
            </a:extLst>
          </p:cNvPr>
          <p:cNvSpPr txBox="1"/>
          <p:nvPr/>
        </p:nvSpPr>
        <p:spPr>
          <a:xfrm>
            <a:off x="6581955" y="4469292"/>
            <a:ext cx="4393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세상에 있는 육아 </a:t>
            </a:r>
            <a:r>
              <a:rPr lang="ko-KR" altLang="en-US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꿀템</a:t>
            </a:r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 여기 다 모았다</a:t>
            </a:r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!</a:t>
            </a:r>
            <a:endParaRPr lang="ko-KR" altLang="en-US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44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51D23921-9D19-4B9D-3EF6-D0DEB84B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975" y="1597533"/>
            <a:ext cx="7428263" cy="49753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기업장터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기업에서 생산한 물품을 사고 팔 수 있는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D8B444-FC16-6FD1-15DA-E0254E0574E6}"/>
              </a:ext>
            </a:extLst>
          </p:cNvPr>
          <p:cNvSpPr/>
          <p:nvPr/>
        </p:nvSpPr>
        <p:spPr>
          <a:xfrm>
            <a:off x="833517" y="265485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0275F9-6E30-C5A0-ACBF-0660A6FCE030}"/>
              </a:ext>
            </a:extLst>
          </p:cNvPr>
          <p:cNvSpPr/>
          <p:nvPr/>
        </p:nvSpPr>
        <p:spPr>
          <a:xfrm>
            <a:off x="833516" y="312260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DF8EB3-718C-BC37-AB22-4F56ED88C6B1}"/>
              </a:ext>
            </a:extLst>
          </p:cNvPr>
          <p:cNvSpPr/>
          <p:nvPr/>
        </p:nvSpPr>
        <p:spPr>
          <a:xfrm>
            <a:off x="6366295" y="5430041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B4867E-ACFA-816F-424E-ED8DA052C0D8}"/>
              </a:ext>
            </a:extLst>
          </p:cNvPr>
          <p:cNvSpPr/>
          <p:nvPr/>
        </p:nvSpPr>
        <p:spPr>
          <a:xfrm>
            <a:off x="5448649" y="169491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4380ED1-C902-1EB4-D329-1A4585049606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6C5859C-3504-24A9-099E-6DA3AAF2BD1B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CBAABD-F3F4-272F-2B32-1B044E1CBC29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장터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50F6C6-719A-A08E-3ED4-86977F8A21F9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기업장터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45933C6-E0E4-0B95-E9BC-6697E7ACF9F9}"/>
              </a:ext>
            </a:extLst>
          </p:cNvPr>
          <p:cNvSpPr/>
          <p:nvPr/>
        </p:nvSpPr>
        <p:spPr>
          <a:xfrm>
            <a:off x="7842164" y="2599586"/>
            <a:ext cx="4033185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FC083D5-59F7-0C0F-E0BF-9D40BAF76D26}"/>
              </a:ext>
            </a:extLst>
          </p:cNvPr>
          <p:cNvSpPr/>
          <p:nvPr/>
        </p:nvSpPr>
        <p:spPr>
          <a:xfrm>
            <a:off x="7842164" y="2599585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233EDC-060C-9A43-0B0A-E1AAEA8F7D50}"/>
              </a:ext>
            </a:extLst>
          </p:cNvPr>
          <p:cNvSpPr txBox="1"/>
          <p:nvPr/>
        </p:nvSpPr>
        <p:spPr>
          <a:xfrm>
            <a:off x="8180719" y="2616837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41D80-92BF-334E-3876-87ECB760E64B}"/>
              </a:ext>
            </a:extLst>
          </p:cNvPr>
          <p:cNvSpPr txBox="1"/>
          <p:nvPr/>
        </p:nvSpPr>
        <p:spPr>
          <a:xfrm>
            <a:off x="7921930" y="2971849"/>
            <a:ext cx="3872643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조건과 일치하는 게시물을 조회합니다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66E7243-573C-EE43-DB27-97E702F2FE9E}"/>
              </a:ext>
            </a:extLst>
          </p:cNvPr>
          <p:cNvSpPr/>
          <p:nvPr/>
        </p:nvSpPr>
        <p:spPr>
          <a:xfrm>
            <a:off x="7843856" y="3593008"/>
            <a:ext cx="4031494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09F487F-6E06-BEF3-4370-E39212263178}"/>
              </a:ext>
            </a:extLst>
          </p:cNvPr>
          <p:cNvSpPr/>
          <p:nvPr/>
        </p:nvSpPr>
        <p:spPr>
          <a:xfrm>
            <a:off x="7843855" y="3593007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F99CB1-64B1-2A90-8009-102B64991AB0}"/>
              </a:ext>
            </a:extLst>
          </p:cNvPr>
          <p:cNvSpPr txBox="1"/>
          <p:nvPr/>
        </p:nvSpPr>
        <p:spPr>
          <a:xfrm>
            <a:off x="8182410" y="3610259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26A0C-A0FA-52DA-B9BD-69A184737181}"/>
              </a:ext>
            </a:extLst>
          </p:cNvPr>
          <p:cNvSpPr txBox="1"/>
          <p:nvPr/>
        </p:nvSpPr>
        <p:spPr>
          <a:xfrm>
            <a:off x="7923621" y="3965271"/>
            <a:ext cx="3871020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목록에서 게시글을 선택하여 조회 화면으로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2BF5530-B00C-875B-9C1B-2F23D960EC48}"/>
              </a:ext>
            </a:extLst>
          </p:cNvPr>
          <p:cNvSpPr/>
          <p:nvPr/>
        </p:nvSpPr>
        <p:spPr>
          <a:xfrm>
            <a:off x="7843685" y="4798465"/>
            <a:ext cx="4031494" cy="110938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9C8D72D-27B2-A5CC-D994-2E4C7419E2F3}"/>
              </a:ext>
            </a:extLst>
          </p:cNvPr>
          <p:cNvSpPr/>
          <p:nvPr/>
        </p:nvSpPr>
        <p:spPr>
          <a:xfrm>
            <a:off x="7843684" y="479846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2A9B69-C88F-ECC9-5E74-169B344453B9}"/>
              </a:ext>
            </a:extLst>
          </p:cNvPr>
          <p:cNvSpPr txBox="1"/>
          <p:nvPr/>
        </p:nvSpPr>
        <p:spPr>
          <a:xfrm>
            <a:off x="8182239" y="4815716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198D71-6B10-9CEC-6939-202C1DD04A48}"/>
              </a:ext>
            </a:extLst>
          </p:cNvPr>
          <p:cNvSpPr txBox="1"/>
          <p:nvPr/>
        </p:nvSpPr>
        <p:spPr>
          <a:xfrm>
            <a:off x="7923450" y="5170728"/>
            <a:ext cx="387102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게시글 입력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게스트 권한의 계정은 화면 조회는 가능하지만 글을 저장할 수는 없습니다</a:t>
            </a: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845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기업장터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장터</a:t>
            </a:r>
            <a:r>
              <a:rPr lang="ko-KR" altLang="en-US" sz="1600" b="1" i="0" dirty="0">
                <a:effectLst/>
                <a:latin typeface="system-ui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조회 화면</a:t>
            </a:r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D043196-71DF-91A3-D202-9CB377FC5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91" y="383648"/>
            <a:ext cx="4339086" cy="43263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21A404C-3BE5-FD63-8610-18D33AE48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91" y="5345501"/>
            <a:ext cx="4339086" cy="13767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타원 34">
            <a:extLst>
              <a:ext uri="{FF2B5EF4-FFF2-40B4-BE49-F238E27FC236}">
                <a16:creationId xmlns:a16="http://schemas.microsoft.com/office/drawing/2014/main" id="{60428ED8-8E76-5C66-0A98-15E984597478}"/>
              </a:ext>
            </a:extLst>
          </p:cNvPr>
          <p:cNvSpPr/>
          <p:nvPr/>
        </p:nvSpPr>
        <p:spPr>
          <a:xfrm>
            <a:off x="9184257" y="4848041"/>
            <a:ext cx="60385" cy="6038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2B8AA4F-13D9-678A-55E2-2EBBD8CC36F4}"/>
              </a:ext>
            </a:extLst>
          </p:cNvPr>
          <p:cNvSpPr/>
          <p:nvPr/>
        </p:nvSpPr>
        <p:spPr>
          <a:xfrm>
            <a:off x="9184257" y="5000441"/>
            <a:ext cx="60385" cy="6038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E2074BF-3D95-8859-5A49-F5EBBA069380}"/>
              </a:ext>
            </a:extLst>
          </p:cNvPr>
          <p:cNvSpPr/>
          <p:nvPr/>
        </p:nvSpPr>
        <p:spPr>
          <a:xfrm>
            <a:off x="9184257" y="5152841"/>
            <a:ext cx="60385" cy="6038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D63B948-3C26-C16C-24E2-597A6E4CFFA0}"/>
              </a:ext>
            </a:extLst>
          </p:cNvPr>
          <p:cNvSpPr/>
          <p:nvPr/>
        </p:nvSpPr>
        <p:spPr>
          <a:xfrm>
            <a:off x="561469" y="1682144"/>
            <a:ext cx="6149357" cy="7740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27DADDB-8347-AE40-FF2E-CDC22FAA4383}"/>
              </a:ext>
            </a:extLst>
          </p:cNvPr>
          <p:cNvSpPr/>
          <p:nvPr/>
        </p:nvSpPr>
        <p:spPr>
          <a:xfrm>
            <a:off x="561469" y="1682143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7B8F6E-D763-58A5-F5EF-905045B2046B}"/>
              </a:ext>
            </a:extLst>
          </p:cNvPr>
          <p:cNvSpPr txBox="1"/>
          <p:nvPr/>
        </p:nvSpPr>
        <p:spPr>
          <a:xfrm>
            <a:off x="900023" y="1699395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FF8E85-D8EB-5F05-FE15-FD860F4FD4B5}"/>
              </a:ext>
            </a:extLst>
          </p:cNvPr>
          <p:cNvSpPr txBox="1"/>
          <p:nvPr/>
        </p:nvSpPr>
        <p:spPr>
          <a:xfrm>
            <a:off x="641235" y="2054407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 이미지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별점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 등의 상품 정보를 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E600F8E-E729-563F-FDA9-4E5AD9F43F53}"/>
              </a:ext>
            </a:extLst>
          </p:cNvPr>
          <p:cNvSpPr/>
          <p:nvPr/>
        </p:nvSpPr>
        <p:spPr>
          <a:xfrm>
            <a:off x="561469" y="2677703"/>
            <a:ext cx="6149357" cy="751298"/>
          </a:xfrm>
          <a:prstGeom prst="roundRect">
            <a:avLst>
              <a:gd name="adj" fmla="val 200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4915B47-1479-A07C-522A-17280F385B0D}"/>
              </a:ext>
            </a:extLst>
          </p:cNvPr>
          <p:cNvSpPr/>
          <p:nvPr/>
        </p:nvSpPr>
        <p:spPr>
          <a:xfrm>
            <a:off x="561469" y="2677702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872840-BF19-AE41-072F-76B792606312}"/>
              </a:ext>
            </a:extLst>
          </p:cNvPr>
          <p:cNvSpPr txBox="1"/>
          <p:nvPr/>
        </p:nvSpPr>
        <p:spPr>
          <a:xfrm>
            <a:off x="641235" y="3049966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상품에 대해 상세한 설명을 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802A09-2E42-DE31-0CFE-145FFCA6F9E2}"/>
              </a:ext>
            </a:extLst>
          </p:cNvPr>
          <p:cNvSpPr txBox="1"/>
          <p:nvPr/>
        </p:nvSpPr>
        <p:spPr>
          <a:xfrm>
            <a:off x="900023" y="2699921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ED8E37A-0A93-C733-6D73-5196B1D554C0}"/>
              </a:ext>
            </a:extLst>
          </p:cNvPr>
          <p:cNvSpPr/>
          <p:nvPr/>
        </p:nvSpPr>
        <p:spPr>
          <a:xfrm>
            <a:off x="532186" y="3650505"/>
            <a:ext cx="6149357" cy="697674"/>
          </a:xfrm>
          <a:prstGeom prst="roundRect">
            <a:avLst>
              <a:gd name="adj" fmla="val 334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5EDE08F-CE56-0E2C-33FC-9793A98454BC}"/>
              </a:ext>
            </a:extLst>
          </p:cNvPr>
          <p:cNvSpPr/>
          <p:nvPr/>
        </p:nvSpPr>
        <p:spPr>
          <a:xfrm>
            <a:off x="532186" y="365050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1D52F3-77F8-8330-1EB8-AC8A5894970B}"/>
              </a:ext>
            </a:extLst>
          </p:cNvPr>
          <p:cNvSpPr txBox="1"/>
          <p:nvPr/>
        </p:nvSpPr>
        <p:spPr>
          <a:xfrm>
            <a:off x="611952" y="4022768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기업장터 목록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27BF9A-853D-A2C6-6938-032A94F5A70B}"/>
              </a:ext>
            </a:extLst>
          </p:cNvPr>
          <p:cNvSpPr txBox="1"/>
          <p:nvPr/>
        </p:nvSpPr>
        <p:spPr>
          <a:xfrm>
            <a:off x="858324" y="3663879"/>
            <a:ext cx="57547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돌아가기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7079504" y="1186784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7A72127-9378-0B84-E7EC-43DB940F94E7}"/>
              </a:ext>
            </a:extLst>
          </p:cNvPr>
          <p:cNvSpPr/>
          <p:nvPr/>
        </p:nvSpPr>
        <p:spPr>
          <a:xfrm>
            <a:off x="7079504" y="242161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595E8CC-9ADA-800C-9FAC-2EE0F0467FF7}"/>
              </a:ext>
            </a:extLst>
          </p:cNvPr>
          <p:cNvSpPr/>
          <p:nvPr/>
        </p:nvSpPr>
        <p:spPr>
          <a:xfrm>
            <a:off x="10366168" y="603388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615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11C307C-B0A3-415B-7A73-D14987DE2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91" y="4149509"/>
            <a:ext cx="4339086" cy="257275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605E9C0-0BA0-704C-4163-D3ACDCBDB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90" y="379058"/>
            <a:ext cx="4339085" cy="296731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기업장터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장터</a:t>
            </a:r>
            <a:r>
              <a:rPr lang="ko-KR" altLang="en-US" sz="1600" b="1" i="0" dirty="0">
                <a:effectLst/>
                <a:latin typeface="system-ui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등록 화면</a:t>
            </a:r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0428ED8-8E76-5C66-0A98-15E984597478}"/>
              </a:ext>
            </a:extLst>
          </p:cNvPr>
          <p:cNvSpPr/>
          <p:nvPr/>
        </p:nvSpPr>
        <p:spPr>
          <a:xfrm>
            <a:off x="9201510" y="3565348"/>
            <a:ext cx="60385" cy="6038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2B8AA4F-13D9-678A-55E2-2EBBD8CC36F4}"/>
              </a:ext>
            </a:extLst>
          </p:cNvPr>
          <p:cNvSpPr/>
          <p:nvPr/>
        </p:nvSpPr>
        <p:spPr>
          <a:xfrm>
            <a:off x="9201510" y="3717748"/>
            <a:ext cx="60385" cy="6038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E2074BF-3D95-8859-5A49-F5EBBA069380}"/>
              </a:ext>
            </a:extLst>
          </p:cNvPr>
          <p:cNvSpPr/>
          <p:nvPr/>
        </p:nvSpPr>
        <p:spPr>
          <a:xfrm>
            <a:off x="9201510" y="3870148"/>
            <a:ext cx="60385" cy="6038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D63B948-3C26-C16C-24E2-597A6E4CFFA0}"/>
              </a:ext>
            </a:extLst>
          </p:cNvPr>
          <p:cNvSpPr/>
          <p:nvPr/>
        </p:nvSpPr>
        <p:spPr>
          <a:xfrm>
            <a:off x="561469" y="1682144"/>
            <a:ext cx="6149357" cy="7740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27DADDB-8347-AE40-FF2E-CDC22FAA4383}"/>
              </a:ext>
            </a:extLst>
          </p:cNvPr>
          <p:cNvSpPr/>
          <p:nvPr/>
        </p:nvSpPr>
        <p:spPr>
          <a:xfrm>
            <a:off x="561469" y="1682143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7B8F6E-D763-58A5-F5EF-905045B2046B}"/>
              </a:ext>
            </a:extLst>
          </p:cNvPr>
          <p:cNvSpPr txBox="1"/>
          <p:nvPr/>
        </p:nvSpPr>
        <p:spPr>
          <a:xfrm>
            <a:off x="900023" y="1699395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썸네일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FF8E85-D8EB-5F05-FE15-FD860F4FD4B5}"/>
              </a:ext>
            </a:extLst>
          </p:cNvPr>
          <p:cNvSpPr txBox="1"/>
          <p:nvPr/>
        </p:nvSpPr>
        <p:spPr>
          <a:xfrm>
            <a:off x="641235" y="2054407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게시글의 썸네일 이미지를 설정합니다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E600F8E-E729-563F-FDA9-4E5AD9F43F53}"/>
              </a:ext>
            </a:extLst>
          </p:cNvPr>
          <p:cNvSpPr/>
          <p:nvPr/>
        </p:nvSpPr>
        <p:spPr>
          <a:xfrm>
            <a:off x="561469" y="2677703"/>
            <a:ext cx="6149357" cy="751298"/>
          </a:xfrm>
          <a:prstGeom prst="roundRect">
            <a:avLst>
              <a:gd name="adj" fmla="val 200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4915B47-1479-A07C-522A-17280F385B0D}"/>
              </a:ext>
            </a:extLst>
          </p:cNvPr>
          <p:cNvSpPr/>
          <p:nvPr/>
        </p:nvSpPr>
        <p:spPr>
          <a:xfrm>
            <a:off x="561469" y="2677702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872840-BF19-AE41-072F-76B792606312}"/>
              </a:ext>
            </a:extLst>
          </p:cNvPr>
          <p:cNvSpPr txBox="1"/>
          <p:nvPr/>
        </p:nvSpPr>
        <p:spPr>
          <a:xfrm>
            <a:off x="641235" y="3049966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상품에 대해 상세한 설명을 작성합니다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802A09-2E42-DE31-0CFE-145FFCA6F9E2}"/>
              </a:ext>
            </a:extLst>
          </p:cNvPr>
          <p:cNvSpPr txBox="1"/>
          <p:nvPr/>
        </p:nvSpPr>
        <p:spPr>
          <a:xfrm>
            <a:off x="900023" y="2699921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ED8E37A-0A93-C733-6D73-5196B1D554C0}"/>
              </a:ext>
            </a:extLst>
          </p:cNvPr>
          <p:cNvSpPr/>
          <p:nvPr/>
        </p:nvSpPr>
        <p:spPr>
          <a:xfrm>
            <a:off x="532186" y="3650505"/>
            <a:ext cx="6149357" cy="919176"/>
          </a:xfrm>
          <a:prstGeom prst="roundRect">
            <a:avLst>
              <a:gd name="adj" fmla="val 334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5EDE08F-CE56-0E2C-33FC-9793A98454BC}"/>
              </a:ext>
            </a:extLst>
          </p:cNvPr>
          <p:cNvSpPr/>
          <p:nvPr/>
        </p:nvSpPr>
        <p:spPr>
          <a:xfrm>
            <a:off x="532186" y="365050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1D52F3-77F8-8330-1EB8-AC8A5894970B}"/>
              </a:ext>
            </a:extLst>
          </p:cNvPr>
          <p:cNvSpPr txBox="1"/>
          <p:nvPr/>
        </p:nvSpPr>
        <p:spPr>
          <a:xfrm>
            <a:off x="611952" y="4022768"/>
            <a:ext cx="6001105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내용을 저장합니다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게스트 권한의 계정은 화면 조회는 가능하지만 글을 저장할 수는 없습니다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27BF9A-853D-A2C6-6938-032A94F5A70B}"/>
              </a:ext>
            </a:extLst>
          </p:cNvPr>
          <p:cNvSpPr txBox="1"/>
          <p:nvPr/>
        </p:nvSpPr>
        <p:spPr>
          <a:xfrm>
            <a:off x="858324" y="3663879"/>
            <a:ext cx="57547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7200091" y="845570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7A72127-9378-0B84-E7EC-43DB940F94E7}"/>
              </a:ext>
            </a:extLst>
          </p:cNvPr>
          <p:cNvSpPr/>
          <p:nvPr/>
        </p:nvSpPr>
        <p:spPr>
          <a:xfrm>
            <a:off x="7200090" y="1578807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595E8CC-9ADA-800C-9FAC-2EE0F0467FF7}"/>
              </a:ext>
            </a:extLst>
          </p:cNvPr>
          <p:cNvSpPr/>
          <p:nvPr/>
        </p:nvSpPr>
        <p:spPr>
          <a:xfrm>
            <a:off x="10150508" y="5910077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583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F6220D9-6A41-6018-6C37-9701DC9A5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429" y="2264362"/>
            <a:ext cx="1804358" cy="18043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B3285B-5E5B-A706-5748-682AAD14AB25}"/>
              </a:ext>
            </a:extLst>
          </p:cNvPr>
          <p:cNvSpPr/>
          <p:nvPr/>
        </p:nvSpPr>
        <p:spPr>
          <a:xfrm>
            <a:off x="1364023" y="4068720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46915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8FBB1-1B17-7C3B-7B52-0C52D254F5AD}"/>
              </a:ext>
            </a:extLst>
          </p:cNvPr>
          <p:cNvSpPr txBox="1"/>
          <p:nvPr/>
        </p:nvSpPr>
        <p:spPr>
          <a:xfrm>
            <a:off x="2084457" y="3108162"/>
            <a:ext cx="8023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2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활동</a:t>
            </a:r>
            <a:endParaRPr lang="ko-KR" altLang="en-US" sz="7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555E8D7-48A0-1BBB-BD75-3069A829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1855">
            <a:off x="1968750" y="2328588"/>
            <a:ext cx="3389929" cy="958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08FE3-F1B9-AC38-8F4D-17DB79C1B2A9}"/>
              </a:ext>
            </a:extLst>
          </p:cNvPr>
          <p:cNvSpPr txBox="1"/>
          <p:nvPr/>
        </p:nvSpPr>
        <p:spPr>
          <a:xfrm>
            <a:off x="4563374" y="4469292"/>
            <a:ext cx="6412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고된 육아에 지친 당신을 위한 놀면서 육아하는 백만가지 방법</a:t>
            </a:r>
          </a:p>
        </p:txBody>
      </p:sp>
    </p:spTree>
    <p:extLst>
      <p:ext uri="{BB962C8B-B14F-4D97-AF65-F5344CB8AC3E}">
        <p14:creationId xmlns:p14="http://schemas.microsoft.com/office/powerpoint/2010/main" val="1220021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A465E6C-520C-D673-5B41-AF5A21534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4" y="1597532"/>
            <a:ext cx="7428263" cy="49753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놀이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아이와 함께할 수 있는 놀이 정보를 나누는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D8B444-FC16-6FD1-15DA-E0254E0574E6}"/>
              </a:ext>
            </a:extLst>
          </p:cNvPr>
          <p:cNvSpPr/>
          <p:nvPr/>
        </p:nvSpPr>
        <p:spPr>
          <a:xfrm>
            <a:off x="833517" y="243919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0275F9-6E30-C5A0-ACBF-0660A6FCE030}"/>
              </a:ext>
            </a:extLst>
          </p:cNvPr>
          <p:cNvSpPr/>
          <p:nvPr/>
        </p:nvSpPr>
        <p:spPr>
          <a:xfrm>
            <a:off x="833516" y="290695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DF8EB3-718C-BC37-AB22-4F56ED88C6B1}"/>
              </a:ext>
            </a:extLst>
          </p:cNvPr>
          <p:cNvSpPr/>
          <p:nvPr/>
        </p:nvSpPr>
        <p:spPr>
          <a:xfrm>
            <a:off x="6366295" y="5593939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B4867E-ACFA-816F-424E-ED8DA052C0D8}"/>
              </a:ext>
            </a:extLst>
          </p:cNvPr>
          <p:cNvSpPr/>
          <p:nvPr/>
        </p:nvSpPr>
        <p:spPr>
          <a:xfrm>
            <a:off x="6245707" y="1663475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4380ED1-C902-1EB4-D329-1A4585049606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6C5859C-3504-24A9-099E-6DA3AAF2BD1B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CBAABD-F3F4-272F-2B32-1B044E1CBC29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활동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50F6C6-719A-A08E-3ED4-86977F8A21F9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45933C6-E0E4-0B95-E9BC-6697E7ACF9F9}"/>
              </a:ext>
            </a:extLst>
          </p:cNvPr>
          <p:cNvSpPr/>
          <p:nvPr/>
        </p:nvSpPr>
        <p:spPr>
          <a:xfrm>
            <a:off x="7842164" y="2599586"/>
            <a:ext cx="4033185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FC083D5-59F7-0C0F-E0BF-9D40BAF76D26}"/>
              </a:ext>
            </a:extLst>
          </p:cNvPr>
          <p:cNvSpPr/>
          <p:nvPr/>
        </p:nvSpPr>
        <p:spPr>
          <a:xfrm>
            <a:off x="7842164" y="2599585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233EDC-060C-9A43-0B0A-E1AAEA8F7D50}"/>
              </a:ext>
            </a:extLst>
          </p:cNvPr>
          <p:cNvSpPr txBox="1"/>
          <p:nvPr/>
        </p:nvSpPr>
        <p:spPr>
          <a:xfrm>
            <a:off x="8180719" y="2616837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41D80-92BF-334E-3876-87ECB760E64B}"/>
              </a:ext>
            </a:extLst>
          </p:cNvPr>
          <p:cNvSpPr txBox="1"/>
          <p:nvPr/>
        </p:nvSpPr>
        <p:spPr>
          <a:xfrm>
            <a:off x="7921930" y="2971849"/>
            <a:ext cx="3872643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조건과 일치하는 게시물을 조회합니다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66E7243-573C-EE43-DB27-97E702F2FE9E}"/>
              </a:ext>
            </a:extLst>
          </p:cNvPr>
          <p:cNvSpPr/>
          <p:nvPr/>
        </p:nvSpPr>
        <p:spPr>
          <a:xfrm>
            <a:off x="7843856" y="3593008"/>
            <a:ext cx="4031494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09F487F-6E06-BEF3-4370-E39212263178}"/>
              </a:ext>
            </a:extLst>
          </p:cNvPr>
          <p:cNvSpPr/>
          <p:nvPr/>
        </p:nvSpPr>
        <p:spPr>
          <a:xfrm>
            <a:off x="7843855" y="3593007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F99CB1-64B1-2A90-8009-102B64991AB0}"/>
              </a:ext>
            </a:extLst>
          </p:cNvPr>
          <p:cNvSpPr txBox="1"/>
          <p:nvPr/>
        </p:nvSpPr>
        <p:spPr>
          <a:xfrm>
            <a:off x="8182410" y="3610259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26A0C-A0FA-52DA-B9BD-69A184737181}"/>
              </a:ext>
            </a:extLst>
          </p:cNvPr>
          <p:cNvSpPr txBox="1"/>
          <p:nvPr/>
        </p:nvSpPr>
        <p:spPr>
          <a:xfrm>
            <a:off x="7923621" y="3965271"/>
            <a:ext cx="3871020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목록에서 게시글을 선택하여 조회 화면으로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7243C4C-7C08-A682-27E6-80B61023B219}"/>
              </a:ext>
            </a:extLst>
          </p:cNvPr>
          <p:cNvSpPr/>
          <p:nvPr/>
        </p:nvSpPr>
        <p:spPr>
          <a:xfrm>
            <a:off x="7843685" y="4798465"/>
            <a:ext cx="4031494" cy="110938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FB7138-57CA-5C19-3FD4-9A71CA1E4336}"/>
              </a:ext>
            </a:extLst>
          </p:cNvPr>
          <p:cNvSpPr/>
          <p:nvPr/>
        </p:nvSpPr>
        <p:spPr>
          <a:xfrm>
            <a:off x="7843684" y="479846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402E9-40AD-7B12-1A1E-0AE16AB07A0E}"/>
              </a:ext>
            </a:extLst>
          </p:cNvPr>
          <p:cNvSpPr txBox="1"/>
          <p:nvPr/>
        </p:nvSpPr>
        <p:spPr>
          <a:xfrm>
            <a:off x="8182239" y="4815716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F32778-DCB8-1848-1E84-BAD3418A7FE6}"/>
              </a:ext>
            </a:extLst>
          </p:cNvPr>
          <p:cNvSpPr txBox="1"/>
          <p:nvPr/>
        </p:nvSpPr>
        <p:spPr>
          <a:xfrm>
            <a:off x="7923450" y="5170728"/>
            <a:ext cx="387102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게시글 입력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게스트 권한의 계정은 화면 조회는 가능하지만 글을 저장할 수는 없습니다</a:t>
            </a: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0141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A1825F-C67B-D374-323E-64A63553B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611" y="383648"/>
            <a:ext cx="4340366" cy="63386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놀이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212529"/>
                </a:solidFill>
                <a:latin typeface="system-ui"/>
              </a:rPr>
              <a:t>놀이</a:t>
            </a:r>
            <a:r>
              <a:rPr lang="ko-KR" altLang="en-US" sz="1600" b="1" i="0" dirty="0">
                <a:effectLst/>
                <a:latin typeface="system-ui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조회 화면</a:t>
            </a:r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D63B948-3C26-C16C-24E2-597A6E4CFFA0}"/>
              </a:ext>
            </a:extLst>
          </p:cNvPr>
          <p:cNvSpPr/>
          <p:nvPr/>
        </p:nvSpPr>
        <p:spPr>
          <a:xfrm>
            <a:off x="561469" y="1682144"/>
            <a:ext cx="6149357" cy="7740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27DADDB-8347-AE40-FF2E-CDC22FAA4383}"/>
              </a:ext>
            </a:extLst>
          </p:cNvPr>
          <p:cNvSpPr/>
          <p:nvPr/>
        </p:nvSpPr>
        <p:spPr>
          <a:xfrm>
            <a:off x="561469" y="1682143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7B8F6E-D763-58A5-F5EF-905045B2046B}"/>
              </a:ext>
            </a:extLst>
          </p:cNvPr>
          <p:cNvSpPr txBox="1"/>
          <p:nvPr/>
        </p:nvSpPr>
        <p:spPr>
          <a:xfrm>
            <a:off x="900023" y="1699395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 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FF8E85-D8EB-5F05-FE15-FD860F4FD4B5}"/>
              </a:ext>
            </a:extLst>
          </p:cNvPr>
          <p:cNvSpPr txBox="1"/>
          <p:nvPr/>
        </p:nvSpPr>
        <p:spPr>
          <a:xfrm>
            <a:off x="641235" y="2054407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대표 이미지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놀이명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소개 등의 정보를 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E600F8E-E729-563F-FDA9-4E5AD9F43F53}"/>
              </a:ext>
            </a:extLst>
          </p:cNvPr>
          <p:cNvSpPr/>
          <p:nvPr/>
        </p:nvSpPr>
        <p:spPr>
          <a:xfrm>
            <a:off x="561469" y="2677703"/>
            <a:ext cx="6149357" cy="751298"/>
          </a:xfrm>
          <a:prstGeom prst="roundRect">
            <a:avLst>
              <a:gd name="adj" fmla="val 200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4915B47-1479-A07C-522A-17280F385B0D}"/>
              </a:ext>
            </a:extLst>
          </p:cNvPr>
          <p:cNvSpPr/>
          <p:nvPr/>
        </p:nvSpPr>
        <p:spPr>
          <a:xfrm>
            <a:off x="561469" y="2677702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872840-BF19-AE41-072F-76B792606312}"/>
              </a:ext>
            </a:extLst>
          </p:cNvPr>
          <p:cNvSpPr txBox="1"/>
          <p:nvPr/>
        </p:nvSpPr>
        <p:spPr>
          <a:xfrm>
            <a:off x="641235" y="3049966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놀이에 대해 상세한 설명을 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802A09-2E42-DE31-0CFE-145FFCA6F9E2}"/>
              </a:ext>
            </a:extLst>
          </p:cNvPr>
          <p:cNvSpPr txBox="1"/>
          <p:nvPr/>
        </p:nvSpPr>
        <p:spPr>
          <a:xfrm>
            <a:off x="900023" y="2699921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 상세정보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ED8E37A-0A93-C733-6D73-5196B1D554C0}"/>
              </a:ext>
            </a:extLst>
          </p:cNvPr>
          <p:cNvSpPr/>
          <p:nvPr/>
        </p:nvSpPr>
        <p:spPr>
          <a:xfrm>
            <a:off x="532186" y="3650505"/>
            <a:ext cx="6149357" cy="697674"/>
          </a:xfrm>
          <a:prstGeom prst="roundRect">
            <a:avLst>
              <a:gd name="adj" fmla="val 334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5EDE08F-CE56-0E2C-33FC-9793A98454BC}"/>
              </a:ext>
            </a:extLst>
          </p:cNvPr>
          <p:cNvSpPr/>
          <p:nvPr/>
        </p:nvSpPr>
        <p:spPr>
          <a:xfrm>
            <a:off x="532186" y="365050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1D52F3-77F8-8330-1EB8-AC8A5894970B}"/>
              </a:ext>
            </a:extLst>
          </p:cNvPr>
          <p:cNvSpPr txBox="1"/>
          <p:nvPr/>
        </p:nvSpPr>
        <p:spPr>
          <a:xfrm>
            <a:off x="611952" y="4022768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 목록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27BF9A-853D-A2C6-6938-032A94F5A70B}"/>
              </a:ext>
            </a:extLst>
          </p:cNvPr>
          <p:cNvSpPr txBox="1"/>
          <p:nvPr/>
        </p:nvSpPr>
        <p:spPr>
          <a:xfrm>
            <a:off x="858324" y="3663879"/>
            <a:ext cx="57547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돌아가기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7079504" y="1186784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7A72127-9378-0B84-E7EC-43DB940F94E7}"/>
              </a:ext>
            </a:extLst>
          </p:cNvPr>
          <p:cNvSpPr/>
          <p:nvPr/>
        </p:nvSpPr>
        <p:spPr>
          <a:xfrm>
            <a:off x="7079504" y="188678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595E8CC-9ADA-800C-9FAC-2EE0F0467FF7}"/>
              </a:ext>
            </a:extLst>
          </p:cNvPr>
          <p:cNvSpPr/>
          <p:nvPr/>
        </p:nvSpPr>
        <p:spPr>
          <a:xfrm>
            <a:off x="10366168" y="603388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95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C9A543E-4205-558D-C08B-C6959C627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5" y="1597533"/>
            <a:ext cx="7428263" cy="49753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놀이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212529"/>
                </a:solidFill>
                <a:latin typeface="system-ui"/>
              </a:rPr>
              <a:t>놀이</a:t>
            </a:r>
            <a:r>
              <a:rPr lang="ko-KR" altLang="en-US" sz="1600" b="1" i="0" dirty="0">
                <a:effectLst/>
                <a:latin typeface="system-ui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등록 화면</a:t>
            </a:r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790848" y="2400669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2C60ED-9D97-5345-E66B-9A6BFB41DA77}"/>
              </a:ext>
            </a:extLst>
          </p:cNvPr>
          <p:cNvSpPr/>
          <p:nvPr/>
        </p:nvSpPr>
        <p:spPr>
          <a:xfrm>
            <a:off x="790847" y="337223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B9D80E-FAD5-80A6-6409-A2AA863F5961}"/>
              </a:ext>
            </a:extLst>
          </p:cNvPr>
          <p:cNvSpPr/>
          <p:nvPr/>
        </p:nvSpPr>
        <p:spPr>
          <a:xfrm>
            <a:off x="5975412" y="5720929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DAE17A-D59D-1A1E-FA8F-55181637D04D}"/>
              </a:ext>
            </a:extLst>
          </p:cNvPr>
          <p:cNvSpPr/>
          <p:nvPr/>
        </p:nvSpPr>
        <p:spPr>
          <a:xfrm>
            <a:off x="6331967" y="571967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DDC009-7B1B-C6FD-FD79-15D11E98318B}"/>
              </a:ext>
            </a:extLst>
          </p:cNvPr>
          <p:cNvSpPr/>
          <p:nvPr/>
        </p:nvSpPr>
        <p:spPr>
          <a:xfrm>
            <a:off x="7876670" y="1597535"/>
            <a:ext cx="3998679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2D8D5C-F13C-DD42-1F28-5765536FF045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FE41E-94FA-EDD1-217B-BD5D944B960D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 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23C3B-2EE1-794E-C0AB-ACD33C168DDC}"/>
              </a:ext>
            </a:extLst>
          </p:cNvPr>
          <p:cNvSpPr txBox="1"/>
          <p:nvPr/>
        </p:nvSpPr>
        <p:spPr>
          <a:xfrm>
            <a:off x="7956436" y="1969798"/>
            <a:ext cx="3839511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 목록에서 보여질 대표 이미지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놀이명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소개 등의 정보를 작성합니다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41C1168-8E76-FFFA-6A93-EAFDC80476A0}"/>
              </a:ext>
            </a:extLst>
          </p:cNvPr>
          <p:cNvSpPr/>
          <p:nvPr/>
        </p:nvSpPr>
        <p:spPr>
          <a:xfrm>
            <a:off x="7876670" y="2797425"/>
            <a:ext cx="4033185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6B76FD6-0091-30A0-0DCA-EB67AB42AAB8}"/>
              </a:ext>
            </a:extLst>
          </p:cNvPr>
          <p:cNvSpPr/>
          <p:nvPr/>
        </p:nvSpPr>
        <p:spPr>
          <a:xfrm>
            <a:off x="7876670" y="279742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DB0687-A441-C012-9B0A-8406111E3B87}"/>
              </a:ext>
            </a:extLst>
          </p:cNvPr>
          <p:cNvSpPr txBox="1"/>
          <p:nvPr/>
        </p:nvSpPr>
        <p:spPr>
          <a:xfrm>
            <a:off x="8215225" y="2814676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 상세정보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5F361-60F0-F422-3160-BA3BF039B212}"/>
              </a:ext>
            </a:extLst>
          </p:cNvPr>
          <p:cNvSpPr txBox="1"/>
          <p:nvPr/>
        </p:nvSpPr>
        <p:spPr>
          <a:xfrm>
            <a:off x="7956436" y="3169688"/>
            <a:ext cx="3872643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놀이에 대해 상세한 설명을 작성합니다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AEE5F6A-5A1C-24AC-F54B-2ECB0E24A4E7}"/>
              </a:ext>
            </a:extLst>
          </p:cNvPr>
          <p:cNvSpPr/>
          <p:nvPr/>
        </p:nvSpPr>
        <p:spPr>
          <a:xfrm>
            <a:off x="7878362" y="3782222"/>
            <a:ext cx="4031494" cy="110938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BA87F8E-3163-DDAD-BC47-501E5F58F019}"/>
              </a:ext>
            </a:extLst>
          </p:cNvPr>
          <p:cNvSpPr/>
          <p:nvPr/>
        </p:nvSpPr>
        <p:spPr>
          <a:xfrm>
            <a:off x="7878361" y="3782220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4D164C-F470-4261-4B5C-6B206E3AF3B8}"/>
              </a:ext>
            </a:extLst>
          </p:cNvPr>
          <p:cNvSpPr txBox="1"/>
          <p:nvPr/>
        </p:nvSpPr>
        <p:spPr>
          <a:xfrm>
            <a:off x="8216916" y="3799472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B3EBB3-F52C-436D-A323-B71CB2E1FE14}"/>
              </a:ext>
            </a:extLst>
          </p:cNvPr>
          <p:cNvSpPr txBox="1"/>
          <p:nvPr/>
        </p:nvSpPr>
        <p:spPr>
          <a:xfrm>
            <a:off x="7958127" y="4154484"/>
            <a:ext cx="387102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게시글 내용을 저장합니다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게스트 권한의 계정은 화면 조회는 가능하지만 글을 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저장할 수는 없습니다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F4C8D85-3B2D-A3F7-8D2E-3414D2805DAA}"/>
              </a:ext>
            </a:extLst>
          </p:cNvPr>
          <p:cNvSpPr/>
          <p:nvPr/>
        </p:nvSpPr>
        <p:spPr>
          <a:xfrm>
            <a:off x="7878191" y="5129110"/>
            <a:ext cx="4031494" cy="73712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EC6BBE9-9241-C560-5180-6DAA5C353228}"/>
              </a:ext>
            </a:extLst>
          </p:cNvPr>
          <p:cNvSpPr/>
          <p:nvPr/>
        </p:nvSpPr>
        <p:spPr>
          <a:xfrm>
            <a:off x="7878190" y="5129109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C32DF-134F-932A-61D9-D75BAEEA8F69}"/>
              </a:ext>
            </a:extLst>
          </p:cNvPr>
          <p:cNvSpPr txBox="1"/>
          <p:nvPr/>
        </p:nvSpPr>
        <p:spPr>
          <a:xfrm>
            <a:off x="8216745" y="5146361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돌아가기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4955D2-3EF0-2FB0-DC36-8B912B2C36CD}"/>
              </a:ext>
            </a:extLst>
          </p:cNvPr>
          <p:cNvSpPr txBox="1"/>
          <p:nvPr/>
        </p:nvSpPr>
        <p:spPr>
          <a:xfrm>
            <a:off x="7957956" y="5501373"/>
            <a:ext cx="3871020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놀이 목록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3833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F6220D9-6A41-6018-6C37-9701DC9A5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429" y="2264362"/>
            <a:ext cx="1804358" cy="18043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B3285B-5E5B-A706-5748-682AAD14AB25}"/>
              </a:ext>
            </a:extLst>
          </p:cNvPr>
          <p:cNvSpPr/>
          <p:nvPr/>
        </p:nvSpPr>
        <p:spPr>
          <a:xfrm>
            <a:off x="1364023" y="4068720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46915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8FBB1-1B17-7C3B-7B52-0C52D254F5AD}"/>
              </a:ext>
            </a:extLst>
          </p:cNvPr>
          <p:cNvSpPr txBox="1"/>
          <p:nvPr/>
        </p:nvSpPr>
        <p:spPr>
          <a:xfrm>
            <a:off x="2084457" y="3108162"/>
            <a:ext cx="8023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2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endParaRPr lang="ko-KR" altLang="en-US" sz="7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555E8D7-48A0-1BBB-BD75-3069A829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1855">
            <a:off x="1968750" y="2328588"/>
            <a:ext cx="3389929" cy="958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08FE3-F1B9-AC38-8F4D-17DB79C1B2A9}"/>
              </a:ext>
            </a:extLst>
          </p:cNvPr>
          <p:cNvSpPr txBox="1"/>
          <p:nvPr/>
        </p:nvSpPr>
        <p:spPr>
          <a:xfrm>
            <a:off x="4563374" y="4469292"/>
            <a:ext cx="6412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#</a:t>
            </a:r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공지사항</a:t>
            </a:r>
          </a:p>
        </p:txBody>
      </p:sp>
    </p:spTree>
    <p:extLst>
      <p:ext uri="{BB962C8B-B14F-4D97-AF65-F5344CB8AC3E}">
        <p14:creationId xmlns:p14="http://schemas.microsoft.com/office/powerpoint/2010/main" val="287954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5F32DA7-016D-22D8-DD89-F85AFEBF9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4" y="1597530"/>
            <a:ext cx="7428263" cy="45497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공지사항 목록을 조회하는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D8B444-FC16-6FD1-15DA-E0254E0574E6}"/>
              </a:ext>
            </a:extLst>
          </p:cNvPr>
          <p:cNvSpPr/>
          <p:nvPr/>
        </p:nvSpPr>
        <p:spPr>
          <a:xfrm>
            <a:off x="5975412" y="2473911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0275F9-6E30-C5A0-ACBF-0660A6FCE030}"/>
              </a:ext>
            </a:extLst>
          </p:cNvPr>
          <p:cNvSpPr/>
          <p:nvPr/>
        </p:nvSpPr>
        <p:spPr>
          <a:xfrm>
            <a:off x="824463" y="3220585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9DF8EB3-718C-BC37-AB22-4F56ED88C6B1}"/>
              </a:ext>
            </a:extLst>
          </p:cNvPr>
          <p:cNvSpPr/>
          <p:nvPr/>
        </p:nvSpPr>
        <p:spPr>
          <a:xfrm>
            <a:off x="6374921" y="4136654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B4867E-ACFA-816F-424E-ED8DA052C0D8}"/>
              </a:ext>
            </a:extLst>
          </p:cNvPr>
          <p:cNvSpPr/>
          <p:nvPr/>
        </p:nvSpPr>
        <p:spPr>
          <a:xfrm>
            <a:off x="6997145" y="167378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4380ED1-C902-1EB4-D329-1A4585049606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6C5859C-3504-24A9-099E-6DA3AAF2BD1B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CBAABD-F3F4-272F-2B32-1B044E1CBC29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50F6C6-719A-A08E-3ED4-86977F8A21F9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45933C6-E0E4-0B95-E9BC-6697E7ACF9F9}"/>
              </a:ext>
            </a:extLst>
          </p:cNvPr>
          <p:cNvSpPr/>
          <p:nvPr/>
        </p:nvSpPr>
        <p:spPr>
          <a:xfrm>
            <a:off x="7842164" y="2599586"/>
            <a:ext cx="4033185" cy="94950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FC083D5-59F7-0C0F-E0BF-9D40BAF76D26}"/>
              </a:ext>
            </a:extLst>
          </p:cNvPr>
          <p:cNvSpPr/>
          <p:nvPr/>
        </p:nvSpPr>
        <p:spPr>
          <a:xfrm>
            <a:off x="7842164" y="2599585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233EDC-060C-9A43-0B0A-E1AAEA8F7D50}"/>
              </a:ext>
            </a:extLst>
          </p:cNvPr>
          <p:cNvSpPr txBox="1"/>
          <p:nvPr/>
        </p:nvSpPr>
        <p:spPr>
          <a:xfrm>
            <a:off x="8180719" y="2616837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게시중인 공지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41D80-92BF-334E-3876-87ECB760E64B}"/>
              </a:ext>
            </a:extLst>
          </p:cNvPr>
          <p:cNvSpPr txBox="1"/>
          <p:nvPr/>
        </p:nvSpPr>
        <p:spPr>
          <a:xfrm>
            <a:off x="7921930" y="2971849"/>
            <a:ext cx="3872643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게시기간이 만료된 공지에 대한 표시 여부를 선택합니다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66E7243-573C-EE43-DB27-97E702F2FE9E}"/>
              </a:ext>
            </a:extLst>
          </p:cNvPr>
          <p:cNvSpPr/>
          <p:nvPr/>
        </p:nvSpPr>
        <p:spPr>
          <a:xfrm>
            <a:off x="7843856" y="3819339"/>
            <a:ext cx="4031494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09F487F-6E06-BEF3-4370-E39212263178}"/>
              </a:ext>
            </a:extLst>
          </p:cNvPr>
          <p:cNvSpPr/>
          <p:nvPr/>
        </p:nvSpPr>
        <p:spPr>
          <a:xfrm>
            <a:off x="7843855" y="3819338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F99CB1-64B1-2A90-8009-102B64991AB0}"/>
              </a:ext>
            </a:extLst>
          </p:cNvPr>
          <p:cNvSpPr txBox="1"/>
          <p:nvPr/>
        </p:nvSpPr>
        <p:spPr>
          <a:xfrm>
            <a:off x="8182410" y="3836590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26A0C-A0FA-52DA-B9BD-69A184737181}"/>
              </a:ext>
            </a:extLst>
          </p:cNvPr>
          <p:cNvSpPr txBox="1"/>
          <p:nvPr/>
        </p:nvSpPr>
        <p:spPr>
          <a:xfrm>
            <a:off x="7923621" y="4191602"/>
            <a:ext cx="3871020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목록에서 공지사항을 선택하여 조회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모달을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7243C4C-7C08-A682-27E6-80B61023B219}"/>
              </a:ext>
            </a:extLst>
          </p:cNvPr>
          <p:cNvSpPr/>
          <p:nvPr/>
        </p:nvSpPr>
        <p:spPr>
          <a:xfrm>
            <a:off x="7843685" y="5033849"/>
            <a:ext cx="4031494" cy="110938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FB7138-57CA-5C19-3FD4-9A71CA1E4336}"/>
              </a:ext>
            </a:extLst>
          </p:cNvPr>
          <p:cNvSpPr/>
          <p:nvPr/>
        </p:nvSpPr>
        <p:spPr>
          <a:xfrm>
            <a:off x="7843684" y="5033848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402E9-40AD-7B12-1A1E-0AE16AB07A0E}"/>
              </a:ext>
            </a:extLst>
          </p:cNvPr>
          <p:cNvSpPr txBox="1"/>
          <p:nvPr/>
        </p:nvSpPr>
        <p:spPr>
          <a:xfrm>
            <a:off x="8182239" y="5051100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F32778-DCB8-1848-1E84-BAD3418A7FE6}"/>
              </a:ext>
            </a:extLst>
          </p:cNvPr>
          <p:cNvSpPr txBox="1"/>
          <p:nvPr/>
        </p:nvSpPr>
        <p:spPr>
          <a:xfrm>
            <a:off x="7923450" y="5406112"/>
            <a:ext cx="387102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공지사항 입력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모달을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호출합니다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게스트 권한의 계정은 화면 조회는 가능하지만 글을 저장할 수는 없습니다</a:t>
            </a: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5330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F06FDB2-D4C0-9043-6A5A-28C7A4662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6" y="1583222"/>
            <a:ext cx="7418938" cy="49753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  <a:r>
              <a:rPr lang="en-US" altLang="ko-KR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상세조회</a:t>
            </a:r>
            <a:r>
              <a:rPr lang="en-US" altLang="ko-KR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공지사항 상세정보를 조회 및 관리하는 화면입니다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D8B444-FC16-6FD1-15DA-E0254E0574E6}"/>
              </a:ext>
            </a:extLst>
          </p:cNvPr>
          <p:cNvSpPr/>
          <p:nvPr/>
        </p:nvSpPr>
        <p:spPr>
          <a:xfrm>
            <a:off x="5519463" y="5904687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0275F9-6E30-C5A0-ACBF-0660A6FCE030}"/>
              </a:ext>
            </a:extLst>
          </p:cNvPr>
          <p:cNvSpPr/>
          <p:nvPr/>
        </p:nvSpPr>
        <p:spPr>
          <a:xfrm>
            <a:off x="5870581" y="589303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B4867E-ACFA-816F-424E-ED8DA052C0D8}"/>
              </a:ext>
            </a:extLst>
          </p:cNvPr>
          <p:cNvSpPr/>
          <p:nvPr/>
        </p:nvSpPr>
        <p:spPr>
          <a:xfrm>
            <a:off x="5168345" y="590468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4380ED1-C902-1EB4-D329-1A4585049606}"/>
              </a:ext>
            </a:extLst>
          </p:cNvPr>
          <p:cNvSpPr/>
          <p:nvPr/>
        </p:nvSpPr>
        <p:spPr>
          <a:xfrm>
            <a:off x="7876670" y="1597535"/>
            <a:ext cx="3998679" cy="94950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6C5859C-3504-24A9-099E-6DA3AAF2BD1B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CBAABD-F3F4-272F-2B32-1B044E1CBC29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50F6C6-719A-A08E-3ED4-86977F8A21F9}"/>
              </a:ext>
            </a:extLst>
          </p:cNvPr>
          <p:cNvSpPr txBox="1"/>
          <p:nvPr/>
        </p:nvSpPr>
        <p:spPr>
          <a:xfrm>
            <a:off x="7956436" y="1969798"/>
            <a:ext cx="3839511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 내용을 수정할 수 있게 변경합니다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게스트 권한의 계정은 수정 후 저장할 수 없습니다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algn="just">
              <a:lnSpc>
                <a:spcPct val="120000"/>
              </a:lnSpc>
            </a:pP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45933C6-E0E4-0B95-E9BC-6697E7ACF9F9}"/>
              </a:ext>
            </a:extLst>
          </p:cNvPr>
          <p:cNvSpPr/>
          <p:nvPr/>
        </p:nvSpPr>
        <p:spPr>
          <a:xfrm>
            <a:off x="7842164" y="2816874"/>
            <a:ext cx="4033185" cy="94950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FC083D5-59F7-0C0F-E0BF-9D40BAF76D26}"/>
              </a:ext>
            </a:extLst>
          </p:cNvPr>
          <p:cNvSpPr/>
          <p:nvPr/>
        </p:nvSpPr>
        <p:spPr>
          <a:xfrm>
            <a:off x="7842164" y="2816873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233EDC-060C-9A43-0B0A-E1AAEA8F7D50}"/>
              </a:ext>
            </a:extLst>
          </p:cNvPr>
          <p:cNvSpPr txBox="1"/>
          <p:nvPr/>
        </p:nvSpPr>
        <p:spPr>
          <a:xfrm>
            <a:off x="8180719" y="2834125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41D80-92BF-334E-3876-87ECB760E64B}"/>
              </a:ext>
            </a:extLst>
          </p:cNvPr>
          <p:cNvSpPr txBox="1"/>
          <p:nvPr/>
        </p:nvSpPr>
        <p:spPr>
          <a:xfrm>
            <a:off x="7921930" y="3189137"/>
            <a:ext cx="3872643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게시글을 삭제합니다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게스트 권한의 계정은 해당 기능을 사용할 수 없습니다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66E7243-573C-EE43-DB27-97E702F2FE9E}"/>
              </a:ext>
            </a:extLst>
          </p:cNvPr>
          <p:cNvSpPr/>
          <p:nvPr/>
        </p:nvSpPr>
        <p:spPr>
          <a:xfrm>
            <a:off x="7843856" y="4036628"/>
            <a:ext cx="4031494" cy="757032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09F487F-6E06-BEF3-4370-E39212263178}"/>
              </a:ext>
            </a:extLst>
          </p:cNvPr>
          <p:cNvSpPr/>
          <p:nvPr/>
        </p:nvSpPr>
        <p:spPr>
          <a:xfrm>
            <a:off x="7843855" y="4036626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F99CB1-64B1-2A90-8009-102B64991AB0}"/>
              </a:ext>
            </a:extLst>
          </p:cNvPr>
          <p:cNvSpPr txBox="1"/>
          <p:nvPr/>
        </p:nvSpPr>
        <p:spPr>
          <a:xfrm>
            <a:off x="8182410" y="4053878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26A0C-A0FA-52DA-B9BD-69A184737181}"/>
              </a:ext>
            </a:extLst>
          </p:cNvPr>
          <p:cNvSpPr txBox="1"/>
          <p:nvPr/>
        </p:nvSpPr>
        <p:spPr>
          <a:xfrm>
            <a:off x="7923621" y="4408890"/>
            <a:ext cx="3871020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모달을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닫습니다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7ABF06-D122-B1E2-DB3D-3714019C903E}"/>
              </a:ext>
            </a:extLst>
          </p:cNvPr>
          <p:cNvSpPr/>
          <p:nvPr/>
        </p:nvSpPr>
        <p:spPr>
          <a:xfrm>
            <a:off x="325977" y="897147"/>
            <a:ext cx="5868000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</p:spTree>
    <p:extLst>
      <p:ext uri="{BB962C8B-B14F-4D97-AF65-F5344CB8AC3E}">
        <p14:creationId xmlns:p14="http://schemas.microsoft.com/office/powerpoint/2010/main" val="903298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F6220D9-6A41-6018-6C37-9701DC9A5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429" y="2264362"/>
            <a:ext cx="1804358" cy="18043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B3285B-5E5B-A706-5748-682AAD14AB25}"/>
              </a:ext>
            </a:extLst>
          </p:cNvPr>
          <p:cNvSpPr/>
          <p:nvPr/>
        </p:nvSpPr>
        <p:spPr>
          <a:xfrm>
            <a:off x="1364023" y="4068720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46915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8FBB1-1B17-7C3B-7B52-0C52D254F5AD}"/>
              </a:ext>
            </a:extLst>
          </p:cNvPr>
          <p:cNvSpPr txBox="1"/>
          <p:nvPr/>
        </p:nvSpPr>
        <p:spPr>
          <a:xfrm>
            <a:off x="2084457" y="3108162"/>
            <a:ext cx="8023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2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endParaRPr lang="ko-KR" altLang="en-US" sz="7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555E8D7-48A0-1BBB-BD75-3069A829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1855">
            <a:off x="1968750" y="2328588"/>
            <a:ext cx="3389929" cy="958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08FE3-F1B9-AC38-8F4D-17DB79C1B2A9}"/>
              </a:ext>
            </a:extLst>
          </p:cNvPr>
          <p:cNvSpPr txBox="1"/>
          <p:nvPr/>
        </p:nvSpPr>
        <p:spPr>
          <a:xfrm>
            <a:off x="4563374" y="4469292"/>
            <a:ext cx="6412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#</a:t>
            </a:r>
            <a:r>
              <a:rPr lang="ko-KR" altLang="en-US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관리자</a:t>
            </a:r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....</a:t>
            </a:r>
            <a:endParaRPr lang="ko-KR" altLang="en-US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673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ABE1309-D57D-8367-0E9F-D75C3C676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1612" y="383648"/>
            <a:ext cx="4914412" cy="63386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 err="1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관리자홈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관리자가 사이트 현황을 조회할 수 있는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D63B948-3C26-C16C-24E2-597A6E4CFFA0}"/>
              </a:ext>
            </a:extLst>
          </p:cNvPr>
          <p:cNvSpPr/>
          <p:nvPr/>
        </p:nvSpPr>
        <p:spPr>
          <a:xfrm>
            <a:off x="561469" y="1682144"/>
            <a:ext cx="6149357" cy="7740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27DADDB-8347-AE40-FF2E-CDC22FAA4383}"/>
              </a:ext>
            </a:extLst>
          </p:cNvPr>
          <p:cNvSpPr/>
          <p:nvPr/>
        </p:nvSpPr>
        <p:spPr>
          <a:xfrm>
            <a:off x="561469" y="1682143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7B8F6E-D763-58A5-F5EF-905045B2046B}"/>
              </a:ext>
            </a:extLst>
          </p:cNvPr>
          <p:cNvSpPr txBox="1"/>
          <p:nvPr/>
        </p:nvSpPr>
        <p:spPr>
          <a:xfrm>
            <a:off x="900023" y="1699395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FF8E85-D8EB-5F05-FE15-FD860F4FD4B5}"/>
              </a:ext>
            </a:extLst>
          </p:cNvPr>
          <p:cNvSpPr txBox="1"/>
          <p:nvPr/>
        </p:nvSpPr>
        <p:spPr>
          <a:xfrm>
            <a:off x="641235" y="2054407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관리자홈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E600F8E-E729-563F-FDA9-4E5AD9F43F53}"/>
              </a:ext>
            </a:extLst>
          </p:cNvPr>
          <p:cNvSpPr/>
          <p:nvPr/>
        </p:nvSpPr>
        <p:spPr>
          <a:xfrm>
            <a:off x="561469" y="2677702"/>
            <a:ext cx="6149357" cy="956206"/>
          </a:xfrm>
          <a:prstGeom prst="roundRect">
            <a:avLst>
              <a:gd name="adj" fmla="val 200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4915B47-1479-A07C-522A-17280F385B0D}"/>
              </a:ext>
            </a:extLst>
          </p:cNvPr>
          <p:cNvSpPr/>
          <p:nvPr/>
        </p:nvSpPr>
        <p:spPr>
          <a:xfrm>
            <a:off x="561469" y="2677702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872840-BF19-AE41-072F-76B792606312}"/>
              </a:ext>
            </a:extLst>
          </p:cNvPr>
          <p:cNvSpPr txBox="1"/>
          <p:nvPr/>
        </p:nvSpPr>
        <p:spPr>
          <a:xfrm>
            <a:off x="641235" y="3049966"/>
            <a:ext cx="6098874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최근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일간의 접속 관련 요청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로그아웃 등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발생 횟수를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802A09-2E42-DE31-0CFE-145FFCA6F9E2}"/>
              </a:ext>
            </a:extLst>
          </p:cNvPr>
          <p:cNvSpPr txBox="1"/>
          <p:nvPr/>
        </p:nvSpPr>
        <p:spPr>
          <a:xfrm>
            <a:off x="900023" y="2699921"/>
            <a:ext cx="5742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접속기록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ED8E37A-0A93-C733-6D73-5196B1D554C0}"/>
              </a:ext>
            </a:extLst>
          </p:cNvPr>
          <p:cNvSpPr/>
          <p:nvPr/>
        </p:nvSpPr>
        <p:spPr>
          <a:xfrm>
            <a:off x="561469" y="3855412"/>
            <a:ext cx="6149357" cy="697674"/>
          </a:xfrm>
          <a:prstGeom prst="roundRect">
            <a:avLst>
              <a:gd name="adj" fmla="val 334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5EDE08F-CE56-0E2C-33FC-9793A98454BC}"/>
              </a:ext>
            </a:extLst>
          </p:cNvPr>
          <p:cNvSpPr/>
          <p:nvPr/>
        </p:nvSpPr>
        <p:spPr>
          <a:xfrm>
            <a:off x="561469" y="3855411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1D52F3-77F8-8330-1EB8-AC8A5894970B}"/>
              </a:ext>
            </a:extLst>
          </p:cNvPr>
          <p:cNvSpPr txBox="1"/>
          <p:nvPr/>
        </p:nvSpPr>
        <p:spPr>
          <a:xfrm>
            <a:off x="641235" y="4227675"/>
            <a:ext cx="6098874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최근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일간의 요청 발생 횟수를 보여줍니다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27BF9A-853D-A2C6-6938-032A94F5A70B}"/>
              </a:ext>
            </a:extLst>
          </p:cNvPr>
          <p:cNvSpPr txBox="1"/>
          <p:nvPr/>
        </p:nvSpPr>
        <p:spPr>
          <a:xfrm>
            <a:off x="887607" y="3868786"/>
            <a:ext cx="57547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요청기록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9288230" y="38364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7A72127-9378-0B84-E7EC-43DB940F94E7}"/>
              </a:ext>
            </a:extLst>
          </p:cNvPr>
          <p:cNvSpPr/>
          <p:nvPr/>
        </p:nvSpPr>
        <p:spPr>
          <a:xfrm>
            <a:off x="7403970" y="3650504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E0B1568-4857-4F94-FE2A-C8C481DCA04E}"/>
              </a:ext>
            </a:extLst>
          </p:cNvPr>
          <p:cNvSpPr/>
          <p:nvPr/>
        </p:nvSpPr>
        <p:spPr>
          <a:xfrm>
            <a:off x="7403970" y="1078674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029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5C7E2604-A152-5436-5BAE-3AE5B46A9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6" y="1588531"/>
            <a:ext cx="7418937" cy="49753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접속기록조회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관리자가 사용자의 접속 기록을 조회할 수 있는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178230" y="2445987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2C60ED-9D97-5345-E66B-9A6BFB41DA77}"/>
              </a:ext>
            </a:extLst>
          </p:cNvPr>
          <p:cNvSpPr/>
          <p:nvPr/>
        </p:nvSpPr>
        <p:spPr>
          <a:xfrm>
            <a:off x="863275" y="2556249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B9D80E-FAD5-80A6-6409-A2AA863F5961}"/>
              </a:ext>
            </a:extLst>
          </p:cNvPr>
          <p:cNvSpPr/>
          <p:nvPr/>
        </p:nvSpPr>
        <p:spPr>
          <a:xfrm>
            <a:off x="5585039" y="5468914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DAE17A-D59D-1A1E-FA8F-55181637D04D}"/>
              </a:ext>
            </a:extLst>
          </p:cNvPr>
          <p:cNvSpPr/>
          <p:nvPr/>
        </p:nvSpPr>
        <p:spPr>
          <a:xfrm>
            <a:off x="6095499" y="546766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DDC009-7B1B-C6FD-FD79-15D11E98318B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2D8D5C-F13C-DD42-1F28-5765536FF045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FE41E-94FA-EDD1-217B-BD5D944B960D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접속기록조회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23C3B-2EE1-794E-C0AB-ACD33C168DDC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접속기록조회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41C1168-8E76-FFFA-6A93-EAFDC80476A0}"/>
              </a:ext>
            </a:extLst>
          </p:cNvPr>
          <p:cNvSpPr/>
          <p:nvPr/>
        </p:nvSpPr>
        <p:spPr>
          <a:xfrm>
            <a:off x="7876670" y="2598251"/>
            <a:ext cx="4033185" cy="9062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6B76FD6-0091-30A0-0DCA-EB67AB42AAB8}"/>
              </a:ext>
            </a:extLst>
          </p:cNvPr>
          <p:cNvSpPr/>
          <p:nvPr/>
        </p:nvSpPr>
        <p:spPr>
          <a:xfrm>
            <a:off x="7876670" y="2598250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DB0687-A441-C012-9B0A-8406111E3B87}"/>
              </a:ext>
            </a:extLst>
          </p:cNvPr>
          <p:cNvSpPr txBox="1"/>
          <p:nvPr/>
        </p:nvSpPr>
        <p:spPr>
          <a:xfrm>
            <a:off x="8215225" y="2615502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5F361-60F0-F422-3160-BA3BF039B212}"/>
              </a:ext>
            </a:extLst>
          </p:cNvPr>
          <p:cNvSpPr txBox="1"/>
          <p:nvPr/>
        </p:nvSpPr>
        <p:spPr>
          <a:xfrm>
            <a:off x="7956436" y="2970514"/>
            <a:ext cx="3872643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조건과 일치하는 기록을 조회합니다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게스트 권한의 계정은 본인 기록만 조회할 수 있습니다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AEE5F6A-5A1C-24AC-F54B-2ECB0E24A4E7}"/>
              </a:ext>
            </a:extLst>
          </p:cNvPr>
          <p:cNvSpPr/>
          <p:nvPr/>
        </p:nvSpPr>
        <p:spPr>
          <a:xfrm>
            <a:off x="7878362" y="3764117"/>
            <a:ext cx="4031494" cy="721211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BA87F8E-3163-DDAD-BC47-501E5F58F019}"/>
              </a:ext>
            </a:extLst>
          </p:cNvPr>
          <p:cNvSpPr/>
          <p:nvPr/>
        </p:nvSpPr>
        <p:spPr>
          <a:xfrm>
            <a:off x="7878361" y="3764115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4D164C-F470-4261-4B5C-6B206E3AF3B8}"/>
              </a:ext>
            </a:extLst>
          </p:cNvPr>
          <p:cNvSpPr txBox="1"/>
          <p:nvPr/>
        </p:nvSpPr>
        <p:spPr>
          <a:xfrm>
            <a:off x="8216916" y="3781367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Excel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B3EBB3-F52C-436D-A323-B71CB2E1FE14}"/>
              </a:ext>
            </a:extLst>
          </p:cNvPr>
          <p:cNvSpPr txBox="1"/>
          <p:nvPr/>
        </p:nvSpPr>
        <p:spPr>
          <a:xfrm>
            <a:off x="7958127" y="4136379"/>
            <a:ext cx="3871020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조회한 기록을 엑셀 파일로 저장합니다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F4C8D85-3B2D-A3F7-8D2E-3414D2805DAA}"/>
              </a:ext>
            </a:extLst>
          </p:cNvPr>
          <p:cNvSpPr/>
          <p:nvPr/>
        </p:nvSpPr>
        <p:spPr>
          <a:xfrm>
            <a:off x="7878191" y="4730765"/>
            <a:ext cx="4031494" cy="9062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EC6BBE9-9241-C560-5180-6DAA5C353228}"/>
              </a:ext>
            </a:extLst>
          </p:cNvPr>
          <p:cNvSpPr/>
          <p:nvPr/>
        </p:nvSpPr>
        <p:spPr>
          <a:xfrm>
            <a:off x="7878190" y="473076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C32DF-134F-932A-61D9-D75BAEEA8F69}"/>
              </a:ext>
            </a:extLst>
          </p:cNvPr>
          <p:cNvSpPr txBox="1"/>
          <p:nvPr/>
        </p:nvSpPr>
        <p:spPr>
          <a:xfrm>
            <a:off x="8216745" y="4748016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Excel Upload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4955D2-3EF0-2FB0-DC36-8B912B2C36CD}"/>
              </a:ext>
            </a:extLst>
          </p:cNvPr>
          <p:cNvSpPr txBox="1"/>
          <p:nvPr/>
        </p:nvSpPr>
        <p:spPr>
          <a:xfrm>
            <a:off x="7957956" y="5103028"/>
            <a:ext cx="3871020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 파일 내용을 화면에 업로드합니다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테스트를 위한 기능으로 서버에 저장되지 않습니다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397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69E261-42C8-4E7D-1CFC-6839DBF08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5" y="1597533"/>
            <a:ext cx="7420347" cy="496638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요청기록조회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관리자가 서버에 발생한 요청 기록을 조회할 수 있는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187283" y="255462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2C60ED-9D97-5345-E66B-9A6BFB41DA77}"/>
              </a:ext>
            </a:extLst>
          </p:cNvPr>
          <p:cNvSpPr/>
          <p:nvPr/>
        </p:nvSpPr>
        <p:spPr>
          <a:xfrm>
            <a:off x="881381" y="2483825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B9D80E-FAD5-80A6-6409-A2AA863F5961}"/>
              </a:ext>
            </a:extLst>
          </p:cNvPr>
          <p:cNvSpPr/>
          <p:nvPr/>
        </p:nvSpPr>
        <p:spPr>
          <a:xfrm>
            <a:off x="881380" y="3444805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DAE17A-D59D-1A1E-FA8F-55181637D04D}"/>
              </a:ext>
            </a:extLst>
          </p:cNvPr>
          <p:cNvSpPr/>
          <p:nvPr/>
        </p:nvSpPr>
        <p:spPr>
          <a:xfrm>
            <a:off x="6374921" y="555062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DDC009-7B1B-C6FD-FD79-15D11E98318B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2D8D5C-F13C-DD42-1F28-5765536FF045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FE41E-94FA-EDD1-217B-BD5D944B960D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요청기록조회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23C3B-2EE1-794E-C0AB-ACD33C168DDC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요청기록조회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41C1168-8E76-FFFA-6A93-EAFDC80476A0}"/>
              </a:ext>
            </a:extLst>
          </p:cNvPr>
          <p:cNvSpPr/>
          <p:nvPr/>
        </p:nvSpPr>
        <p:spPr>
          <a:xfrm>
            <a:off x="7876670" y="2598251"/>
            <a:ext cx="4033185" cy="9062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6B76FD6-0091-30A0-0DCA-EB67AB42AAB8}"/>
              </a:ext>
            </a:extLst>
          </p:cNvPr>
          <p:cNvSpPr/>
          <p:nvPr/>
        </p:nvSpPr>
        <p:spPr>
          <a:xfrm>
            <a:off x="7876670" y="2598250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DB0687-A441-C012-9B0A-8406111E3B87}"/>
              </a:ext>
            </a:extLst>
          </p:cNvPr>
          <p:cNvSpPr txBox="1"/>
          <p:nvPr/>
        </p:nvSpPr>
        <p:spPr>
          <a:xfrm>
            <a:off x="8215225" y="2615502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5F361-60F0-F422-3160-BA3BF039B212}"/>
              </a:ext>
            </a:extLst>
          </p:cNvPr>
          <p:cNvSpPr txBox="1"/>
          <p:nvPr/>
        </p:nvSpPr>
        <p:spPr>
          <a:xfrm>
            <a:off x="7956436" y="2970514"/>
            <a:ext cx="3872643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조건과 일치하는 기록을 조회합니다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게스트 권한의 계정은 본인 기록만 조회할 수 있습니다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AEE5F6A-5A1C-24AC-F54B-2ECB0E24A4E7}"/>
              </a:ext>
            </a:extLst>
          </p:cNvPr>
          <p:cNvSpPr/>
          <p:nvPr/>
        </p:nvSpPr>
        <p:spPr>
          <a:xfrm>
            <a:off x="7878362" y="3764117"/>
            <a:ext cx="4031494" cy="92719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BA87F8E-3163-DDAD-BC47-501E5F58F019}"/>
              </a:ext>
            </a:extLst>
          </p:cNvPr>
          <p:cNvSpPr/>
          <p:nvPr/>
        </p:nvSpPr>
        <p:spPr>
          <a:xfrm>
            <a:off x="7878361" y="3764115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4D164C-F470-4261-4B5C-6B206E3AF3B8}"/>
              </a:ext>
            </a:extLst>
          </p:cNvPr>
          <p:cNvSpPr txBox="1"/>
          <p:nvPr/>
        </p:nvSpPr>
        <p:spPr>
          <a:xfrm>
            <a:off x="8216916" y="3781367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요청 상세조회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B3EBB3-F52C-436D-A323-B71CB2E1FE14}"/>
              </a:ext>
            </a:extLst>
          </p:cNvPr>
          <p:cNvSpPr txBox="1"/>
          <p:nvPr/>
        </p:nvSpPr>
        <p:spPr>
          <a:xfrm>
            <a:off x="7958127" y="4136379"/>
            <a:ext cx="3871020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목록을 </a:t>
            </a: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더블클릭하여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요청에 대한 상세내용 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모달을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호출합니다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F4C8D85-3B2D-A3F7-8D2E-3414D2805DAA}"/>
              </a:ext>
            </a:extLst>
          </p:cNvPr>
          <p:cNvSpPr/>
          <p:nvPr/>
        </p:nvSpPr>
        <p:spPr>
          <a:xfrm>
            <a:off x="7878191" y="4920883"/>
            <a:ext cx="4031494" cy="73712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EC6BBE9-9241-C560-5180-6DAA5C353228}"/>
              </a:ext>
            </a:extLst>
          </p:cNvPr>
          <p:cNvSpPr/>
          <p:nvPr/>
        </p:nvSpPr>
        <p:spPr>
          <a:xfrm>
            <a:off x="7878190" y="4920882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C32DF-134F-932A-61D9-D75BAEEA8F69}"/>
              </a:ext>
            </a:extLst>
          </p:cNvPr>
          <p:cNvSpPr txBox="1"/>
          <p:nvPr/>
        </p:nvSpPr>
        <p:spPr>
          <a:xfrm>
            <a:off x="8216745" y="4938134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Excel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4955D2-3EF0-2FB0-DC36-8B912B2C36CD}"/>
              </a:ext>
            </a:extLst>
          </p:cNvPr>
          <p:cNvSpPr txBox="1"/>
          <p:nvPr/>
        </p:nvSpPr>
        <p:spPr>
          <a:xfrm>
            <a:off x="7957956" y="5293146"/>
            <a:ext cx="3871020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조회한 기록을 엑셀 파일로 저장합니다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041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238108E-241C-280E-839D-138BA4685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70" y="1591679"/>
            <a:ext cx="7438452" cy="496638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권한그룹관리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관리자가 권한그룹 정보를 조회 및 관리할 수 있는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187283" y="286243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2C60ED-9D97-5345-E66B-9A6BFB41DA77}"/>
              </a:ext>
            </a:extLst>
          </p:cNvPr>
          <p:cNvSpPr/>
          <p:nvPr/>
        </p:nvSpPr>
        <p:spPr>
          <a:xfrm>
            <a:off x="881381" y="2483825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B9D80E-FAD5-80A6-6409-A2AA863F5961}"/>
              </a:ext>
            </a:extLst>
          </p:cNvPr>
          <p:cNvSpPr/>
          <p:nvPr/>
        </p:nvSpPr>
        <p:spPr>
          <a:xfrm>
            <a:off x="881380" y="3091720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DAE17A-D59D-1A1E-FA8F-55181637D04D}"/>
              </a:ext>
            </a:extLst>
          </p:cNvPr>
          <p:cNvSpPr/>
          <p:nvPr/>
        </p:nvSpPr>
        <p:spPr>
          <a:xfrm>
            <a:off x="3972777" y="2483825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DDC009-7B1B-C6FD-FD79-15D11E98318B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2D8D5C-F13C-DD42-1F28-5765536FF045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FE41E-94FA-EDD1-217B-BD5D944B960D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권한그룹관리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23C3B-2EE1-794E-C0AB-ACD33C168DDC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권한그룹관리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41C1168-8E76-FFFA-6A93-EAFDC80476A0}"/>
              </a:ext>
            </a:extLst>
          </p:cNvPr>
          <p:cNvSpPr/>
          <p:nvPr/>
        </p:nvSpPr>
        <p:spPr>
          <a:xfrm>
            <a:off x="7876670" y="2598252"/>
            <a:ext cx="4033185" cy="734644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6B76FD6-0091-30A0-0DCA-EB67AB42AAB8}"/>
              </a:ext>
            </a:extLst>
          </p:cNvPr>
          <p:cNvSpPr/>
          <p:nvPr/>
        </p:nvSpPr>
        <p:spPr>
          <a:xfrm>
            <a:off x="7876670" y="2598250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DB0687-A441-C012-9B0A-8406111E3B87}"/>
              </a:ext>
            </a:extLst>
          </p:cNvPr>
          <p:cNvSpPr txBox="1"/>
          <p:nvPr/>
        </p:nvSpPr>
        <p:spPr>
          <a:xfrm>
            <a:off x="8215225" y="2615502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권한그룹 목록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5F361-60F0-F422-3160-BA3BF039B212}"/>
              </a:ext>
            </a:extLst>
          </p:cNvPr>
          <p:cNvSpPr txBox="1"/>
          <p:nvPr/>
        </p:nvSpPr>
        <p:spPr>
          <a:xfrm>
            <a:off x="7956436" y="2970514"/>
            <a:ext cx="3872643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시스템에 등록된 권한그룹 목록을 조회합니다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AEE5F6A-5A1C-24AC-F54B-2ECB0E24A4E7}"/>
              </a:ext>
            </a:extLst>
          </p:cNvPr>
          <p:cNvSpPr/>
          <p:nvPr/>
        </p:nvSpPr>
        <p:spPr>
          <a:xfrm>
            <a:off x="7867945" y="3592027"/>
            <a:ext cx="4031494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BA87F8E-3163-DDAD-BC47-501E5F58F019}"/>
              </a:ext>
            </a:extLst>
          </p:cNvPr>
          <p:cNvSpPr/>
          <p:nvPr/>
        </p:nvSpPr>
        <p:spPr>
          <a:xfrm>
            <a:off x="7867944" y="3592026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4D164C-F470-4261-4B5C-6B206E3AF3B8}"/>
              </a:ext>
            </a:extLst>
          </p:cNvPr>
          <p:cNvSpPr txBox="1"/>
          <p:nvPr/>
        </p:nvSpPr>
        <p:spPr>
          <a:xfrm>
            <a:off x="8206499" y="3609278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권한그룹 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B3EBB3-F52C-436D-A323-B71CB2E1FE14}"/>
              </a:ext>
            </a:extLst>
          </p:cNvPr>
          <p:cNvSpPr txBox="1"/>
          <p:nvPr/>
        </p:nvSpPr>
        <p:spPr>
          <a:xfrm>
            <a:off x="7947710" y="3964290"/>
            <a:ext cx="3871020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권한그룹을 클릭하여 해당 그룹에 속한 사용자 목록을 조회합니다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F4C8D85-3B2D-A3F7-8D2E-3414D2805DAA}"/>
              </a:ext>
            </a:extLst>
          </p:cNvPr>
          <p:cNvSpPr/>
          <p:nvPr/>
        </p:nvSpPr>
        <p:spPr>
          <a:xfrm>
            <a:off x="7867774" y="4748793"/>
            <a:ext cx="4031494" cy="1164789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EC6BBE9-9241-C560-5180-6DAA5C353228}"/>
              </a:ext>
            </a:extLst>
          </p:cNvPr>
          <p:cNvSpPr/>
          <p:nvPr/>
        </p:nvSpPr>
        <p:spPr>
          <a:xfrm>
            <a:off x="7867773" y="4748793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C32DF-134F-932A-61D9-D75BAEEA8F69}"/>
              </a:ext>
            </a:extLst>
          </p:cNvPr>
          <p:cNvSpPr txBox="1"/>
          <p:nvPr/>
        </p:nvSpPr>
        <p:spPr>
          <a:xfrm>
            <a:off x="8206328" y="4766045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권한그룹 사용자 목록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4955D2-3EF0-2FB0-DC36-8B912B2C36CD}"/>
              </a:ext>
            </a:extLst>
          </p:cNvPr>
          <p:cNvSpPr txBox="1"/>
          <p:nvPr/>
        </p:nvSpPr>
        <p:spPr>
          <a:xfrm>
            <a:off x="7947539" y="5121057"/>
            <a:ext cx="387102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권한그룹 목록에서 선택한 권한그룹의 사용자 목록을 보여줍니다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>
              <a:lnSpc>
                <a:spcPct val="120000"/>
              </a:lnSpc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대괄호 안에 현재 조회 중인 권한그룹이 표시됩니다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426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3B32A6-E2B8-95CF-A55F-43D58C652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4" y="1591678"/>
            <a:ext cx="7450356" cy="49663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48024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권한관리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관리자가 권한 정보를 조회 및 관리할 수 있는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187283" y="2808120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2C60ED-9D97-5345-E66B-9A6BFB41DA77}"/>
              </a:ext>
            </a:extLst>
          </p:cNvPr>
          <p:cNvSpPr/>
          <p:nvPr/>
        </p:nvSpPr>
        <p:spPr>
          <a:xfrm>
            <a:off x="881381" y="2384242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B9D80E-FAD5-80A6-6409-A2AA863F5961}"/>
              </a:ext>
            </a:extLst>
          </p:cNvPr>
          <p:cNvSpPr/>
          <p:nvPr/>
        </p:nvSpPr>
        <p:spPr>
          <a:xfrm>
            <a:off x="4584248" y="2928707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DAE17A-D59D-1A1E-FA8F-55181637D04D}"/>
              </a:ext>
            </a:extLst>
          </p:cNvPr>
          <p:cNvSpPr/>
          <p:nvPr/>
        </p:nvSpPr>
        <p:spPr>
          <a:xfrm>
            <a:off x="5952226" y="555062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DDC009-7B1B-C6FD-FD79-15D11E98318B}"/>
              </a:ext>
            </a:extLst>
          </p:cNvPr>
          <p:cNvSpPr/>
          <p:nvPr/>
        </p:nvSpPr>
        <p:spPr>
          <a:xfrm>
            <a:off x="7876670" y="1407422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2D8D5C-F13C-DD42-1F28-5765536FF045}"/>
              </a:ext>
            </a:extLst>
          </p:cNvPr>
          <p:cNvSpPr/>
          <p:nvPr/>
        </p:nvSpPr>
        <p:spPr>
          <a:xfrm>
            <a:off x="7876670" y="1407421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FE41E-94FA-EDD1-217B-BD5D944B960D}"/>
              </a:ext>
            </a:extLst>
          </p:cNvPr>
          <p:cNvSpPr txBox="1"/>
          <p:nvPr/>
        </p:nvSpPr>
        <p:spPr>
          <a:xfrm>
            <a:off x="8215225" y="1424673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권한관리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23C3B-2EE1-794E-C0AB-ACD33C168DDC}"/>
              </a:ext>
            </a:extLst>
          </p:cNvPr>
          <p:cNvSpPr txBox="1"/>
          <p:nvPr/>
        </p:nvSpPr>
        <p:spPr>
          <a:xfrm>
            <a:off x="7956436" y="1779685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권한관리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41C1168-8E76-FFFA-6A93-EAFDC80476A0}"/>
              </a:ext>
            </a:extLst>
          </p:cNvPr>
          <p:cNvSpPr/>
          <p:nvPr/>
        </p:nvSpPr>
        <p:spPr>
          <a:xfrm>
            <a:off x="7876670" y="2344768"/>
            <a:ext cx="4033185" cy="734644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6B76FD6-0091-30A0-0DCA-EB67AB42AAB8}"/>
              </a:ext>
            </a:extLst>
          </p:cNvPr>
          <p:cNvSpPr/>
          <p:nvPr/>
        </p:nvSpPr>
        <p:spPr>
          <a:xfrm>
            <a:off x="7876670" y="2344766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DB0687-A441-C012-9B0A-8406111E3B87}"/>
              </a:ext>
            </a:extLst>
          </p:cNvPr>
          <p:cNvSpPr txBox="1"/>
          <p:nvPr/>
        </p:nvSpPr>
        <p:spPr>
          <a:xfrm>
            <a:off x="8215225" y="2362018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5F361-60F0-F422-3160-BA3BF039B212}"/>
              </a:ext>
            </a:extLst>
          </p:cNvPr>
          <p:cNvSpPr txBox="1"/>
          <p:nvPr/>
        </p:nvSpPr>
        <p:spPr>
          <a:xfrm>
            <a:off x="7956436" y="2717030"/>
            <a:ext cx="3872643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메뉴에 대한 권한그룹의 권한등급을 조회합니다</a:t>
            </a:r>
            <a:r>
              <a:rPr lang="en-US" altLang="ko-KR" sz="1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AEE5F6A-5A1C-24AC-F54B-2ECB0E24A4E7}"/>
              </a:ext>
            </a:extLst>
          </p:cNvPr>
          <p:cNvSpPr/>
          <p:nvPr/>
        </p:nvSpPr>
        <p:spPr>
          <a:xfrm>
            <a:off x="7867945" y="3275171"/>
            <a:ext cx="4031494" cy="732722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BA87F8E-3163-DDAD-BC47-501E5F58F019}"/>
              </a:ext>
            </a:extLst>
          </p:cNvPr>
          <p:cNvSpPr/>
          <p:nvPr/>
        </p:nvSpPr>
        <p:spPr>
          <a:xfrm>
            <a:off x="7867944" y="3275169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4D164C-F470-4261-4B5C-6B206E3AF3B8}"/>
              </a:ext>
            </a:extLst>
          </p:cNvPr>
          <p:cNvSpPr txBox="1"/>
          <p:nvPr/>
        </p:nvSpPr>
        <p:spPr>
          <a:xfrm>
            <a:off x="8206499" y="3292421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권한등급 수정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B3EBB3-F52C-436D-A323-B71CB2E1FE14}"/>
              </a:ext>
            </a:extLst>
          </p:cNvPr>
          <p:cNvSpPr txBox="1"/>
          <p:nvPr/>
        </p:nvSpPr>
        <p:spPr>
          <a:xfrm>
            <a:off x="7947710" y="3647433"/>
            <a:ext cx="3871020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0~99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사이의 권한등급을 부여합니다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F4C8D85-3B2D-A3F7-8D2E-3414D2805DAA}"/>
              </a:ext>
            </a:extLst>
          </p:cNvPr>
          <p:cNvSpPr/>
          <p:nvPr/>
        </p:nvSpPr>
        <p:spPr>
          <a:xfrm>
            <a:off x="7867774" y="4223711"/>
            <a:ext cx="4031494" cy="1164789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EC6BBE9-9241-C560-5180-6DAA5C353228}"/>
              </a:ext>
            </a:extLst>
          </p:cNvPr>
          <p:cNvSpPr/>
          <p:nvPr/>
        </p:nvSpPr>
        <p:spPr>
          <a:xfrm>
            <a:off x="7867773" y="4223711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C32DF-134F-932A-61D9-D75BAEEA8F69}"/>
              </a:ext>
            </a:extLst>
          </p:cNvPr>
          <p:cNvSpPr txBox="1"/>
          <p:nvPr/>
        </p:nvSpPr>
        <p:spPr>
          <a:xfrm>
            <a:off x="8206328" y="4240963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4955D2-3EF0-2FB0-DC36-8B912B2C36CD}"/>
              </a:ext>
            </a:extLst>
          </p:cNvPr>
          <p:cNvSpPr txBox="1"/>
          <p:nvPr/>
        </p:nvSpPr>
        <p:spPr>
          <a:xfrm>
            <a:off x="7947539" y="4595975"/>
            <a:ext cx="387102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수정한 내용을 저장합니다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게스트 권한의 계정은 화면 조회는 가능하지만 저장할 수는 없습니다</a:t>
            </a: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B2C394-7C59-45C5-23B3-B9AE5E04A66D}"/>
              </a:ext>
            </a:extLst>
          </p:cNvPr>
          <p:cNvSpPr/>
          <p:nvPr/>
        </p:nvSpPr>
        <p:spPr>
          <a:xfrm>
            <a:off x="6323903" y="5550628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7DB837F-BE9E-D433-4DAE-3F465F1AD820}"/>
              </a:ext>
            </a:extLst>
          </p:cNvPr>
          <p:cNvSpPr/>
          <p:nvPr/>
        </p:nvSpPr>
        <p:spPr>
          <a:xfrm>
            <a:off x="7876670" y="5592539"/>
            <a:ext cx="4031494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7F9AD7-457F-32E9-44AC-80011771149D}"/>
              </a:ext>
            </a:extLst>
          </p:cNvPr>
          <p:cNvSpPr/>
          <p:nvPr/>
        </p:nvSpPr>
        <p:spPr>
          <a:xfrm>
            <a:off x="7876669" y="5592538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4D9722-7872-14C6-51E7-4B907561E409}"/>
              </a:ext>
            </a:extLst>
          </p:cNvPr>
          <p:cNvSpPr txBox="1"/>
          <p:nvPr/>
        </p:nvSpPr>
        <p:spPr>
          <a:xfrm>
            <a:off x="8215224" y="5609790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되돌리기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E31311-0E6D-AB17-06DB-0846C9507190}"/>
              </a:ext>
            </a:extLst>
          </p:cNvPr>
          <p:cNvSpPr txBox="1"/>
          <p:nvPr/>
        </p:nvSpPr>
        <p:spPr>
          <a:xfrm>
            <a:off x="7956435" y="5964802"/>
            <a:ext cx="3871020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수정한 내용을 취소하고 최신 데이터로 되돌립니다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6091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05924E52-1359-B2DD-FD98-EE8D74B09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3" y="1591678"/>
            <a:ext cx="7454825" cy="49663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48024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메뉴관리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관리자가 메뉴 정보를 조회 및 관리할 수 있는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187283" y="2952973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2C60ED-9D97-5345-E66B-9A6BFB41DA77}"/>
              </a:ext>
            </a:extLst>
          </p:cNvPr>
          <p:cNvSpPr/>
          <p:nvPr/>
        </p:nvSpPr>
        <p:spPr>
          <a:xfrm>
            <a:off x="872327" y="2343912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B9D80E-FAD5-80A6-6409-A2AA863F5961}"/>
              </a:ext>
            </a:extLst>
          </p:cNvPr>
          <p:cNvSpPr/>
          <p:nvPr/>
        </p:nvSpPr>
        <p:spPr>
          <a:xfrm>
            <a:off x="2821091" y="2346585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DAE17A-D59D-1A1E-FA8F-55181637D04D}"/>
              </a:ext>
            </a:extLst>
          </p:cNvPr>
          <p:cNvSpPr/>
          <p:nvPr/>
        </p:nvSpPr>
        <p:spPr>
          <a:xfrm>
            <a:off x="6490985" y="5430041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5C07004-0FB6-045B-AEB4-F1A8B80BAFB7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143DF62-621C-FB4A-0D9E-BAC4DBD955DF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EC5CFA-9C23-6263-B40F-940BADE8D1D4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메뉴관리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4AE602-F117-9D99-E25F-A7AE78199CC7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메뉴관리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E69CC0E-604B-EDB0-224C-A69D255E2E75}"/>
              </a:ext>
            </a:extLst>
          </p:cNvPr>
          <p:cNvSpPr/>
          <p:nvPr/>
        </p:nvSpPr>
        <p:spPr>
          <a:xfrm>
            <a:off x="7876670" y="2598252"/>
            <a:ext cx="4033185" cy="734644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5A4563C-6F0A-7E16-29DB-F9892AF1E60A}"/>
              </a:ext>
            </a:extLst>
          </p:cNvPr>
          <p:cNvSpPr/>
          <p:nvPr/>
        </p:nvSpPr>
        <p:spPr>
          <a:xfrm>
            <a:off x="7876670" y="2598250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2BDCD5-337B-175D-F8BF-A01D3DD323E9}"/>
              </a:ext>
            </a:extLst>
          </p:cNvPr>
          <p:cNvSpPr txBox="1"/>
          <p:nvPr/>
        </p:nvSpPr>
        <p:spPr>
          <a:xfrm>
            <a:off x="8215225" y="2615502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메뉴목록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1413CF-6F72-3B0B-AE64-D1723A52E4F2}"/>
              </a:ext>
            </a:extLst>
          </p:cNvPr>
          <p:cNvSpPr txBox="1"/>
          <p:nvPr/>
        </p:nvSpPr>
        <p:spPr>
          <a:xfrm>
            <a:off x="7956436" y="2970514"/>
            <a:ext cx="3872643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시스템에 등록된 메뉴 목록을 조회합니다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F911835-5066-92A2-6C57-8223FC49C1C2}"/>
              </a:ext>
            </a:extLst>
          </p:cNvPr>
          <p:cNvSpPr/>
          <p:nvPr/>
        </p:nvSpPr>
        <p:spPr>
          <a:xfrm>
            <a:off x="7867945" y="3592028"/>
            <a:ext cx="4031494" cy="732722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F1C5B0D-C10F-27B9-F3C8-94BA0DF0DECA}"/>
              </a:ext>
            </a:extLst>
          </p:cNvPr>
          <p:cNvSpPr/>
          <p:nvPr/>
        </p:nvSpPr>
        <p:spPr>
          <a:xfrm>
            <a:off x="7867944" y="3592026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327E97-D709-2D8F-B1AB-729157C8E9E3}"/>
              </a:ext>
            </a:extLst>
          </p:cNvPr>
          <p:cNvSpPr txBox="1"/>
          <p:nvPr/>
        </p:nvSpPr>
        <p:spPr>
          <a:xfrm>
            <a:off x="8206499" y="3609278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메뉴정보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90D154-DC8D-EA69-BFEE-FCCE69745351}"/>
              </a:ext>
            </a:extLst>
          </p:cNvPr>
          <p:cNvSpPr txBox="1"/>
          <p:nvPr/>
        </p:nvSpPr>
        <p:spPr>
          <a:xfrm>
            <a:off x="7947710" y="3964290"/>
            <a:ext cx="3871020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선택한 메뉴의 상세 정보를 조회합니다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75EE7E5-4D73-BB39-1ABB-66FDC74CC457}"/>
              </a:ext>
            </a:extLst>
          </p:cNvPr>
          <p:cNvSpPr/>
          <p:nvPr/>
        </p:nvSpPr>
        <p:spPr>
          <a:xfrm>
            <a:off x="7867774" y="4594888"/>
            <a:ext cx="4031494" cy="1164789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694ABBF-EAB4-BB8F-CC51-7E4774B915A2}"/>
              </a:ext>
            </a:extLst>
          </p:cNvPr>
          <p:cNvSpPr/>
          <p:nvPr/>
        </p:nvSpPr>
        <p:spPr>
          <a:xfrm>
            <a:off x="7867773" y="4594888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3C0C35-79FE-1ED3-E00E-CEF11F37E026}"/>
              </a:ext>
            </a:extLst>
          </p:cNvPr>
          <p:cNvSpPr txBox="1"/>
          <p:nvPr/>
        </p:nvSpPr>
        <p:spPr>
          <a:xfrm>
            <a:off x="8206328" y="4612140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86C94A-B51D-A1A5-8524-6A96CF992208}"/>
              </a:ext>
            </a:extLst>
          </p:cNvPr>
          <p:cNvSpPr txBox="1"/>
          <p:nvPr/>
        </p:nvSpPr>
        <p:spPr>
          <a:xfrm>
            <a:off x="7947539" y="4967152"/>
            <a:ext cx="387102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수정한 내용을 저장합니다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게스트 권한의 계정은 화면 조회는 가능하지만 저장할 수는 없습니다</a:t>
            </a: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884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6649005-6F5C-85D2-08DB-B13D7E910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8" y="1591678"/>
            <a:ext cx="7438452" cy="496638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6048944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564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사용자관리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관리자가 사용자 정보를 조회 및 관리할 수 있는 메뉴입니다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187283" y="337848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2C60ED-9D97-5345-E66B-9A6BFB41DA77}"/>
              </a:ext>
            </a:extLst>
          </p:cNvPr>
          <p:cNvSpPr/>
          <p:nvPr/>
        </p:nvSpPr>
        <p:spPr>
          <a:xfrm>
            <a:off x="881381" y="2574359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B9D80E-FAD5-80A6-6409-A2AA863F5961}"/>
              </a:ext>
            </a:extLst>
          </p:cNvPr>
          <p:cNvSpPr/>
          <p:nvPr/>
        </p:nvSpPr>
        <p:spPr>
          <a:xfrm>
            <a:off x="881380" y="3182254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DAE17A-D59D-1A1E-FA8F-55181637D04D}"/>
              </a:ext>
            </a:extLst>
          </p:cNvPr>
          <p:cNvSpPr/>
          <p:nvPr/>
        </p:nvSpPr>
        <p:spPr>
          <a:xfrm>
            <a:off x="6374921" y="5517319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DDC009-7B1B-C6FD-FD79-15D11E98318B}"/>
              </a:ext>
            </a:extLst>
          </p:cNvPr>
          <p:cNvSpPr/>
          <p:nvPr/>
        </p:nvSpPr>
        <p:spPr>
          <a:xfrm>
            <a:off x="7876670" y="1597535"/>
            <a:ext cx="3998679" cy="741587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2D8D5C-F13C-DD42-1F28-5765536FF045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FE41E-94FA-EDD1-217B-BD5D944B960D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사용자관리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23C3B-2EE1-794E-C0AB-ACD33C168DDC}"/>
              </a:ext>
            </a:extLst>
          </p:cNvPr>
          <p:cNvSpPr txBox="1"/>
          <p:nvPr/>
        </p:nvSpPr>
        <p:spPr>
          <a:xfrm>
            <a:off x="7956436" y="1969798"/>
            <a:ext cx="3839511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사용자관리 화면으로 이동합니다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AEE5F6A-5A1C-24AC-F54B-2ECB0E24A4E7}"/>
              </a:ext>
            </a:extLst>
          </p:cNvPr>
          <p:cNvSpPr/>
          <p:nvPr/>
        </p:nvSpPr>
        <p:spPr>
          <a:xfrm>
            <a:off x="7867945" y="3782148"/>
            <a:ext cx="4031494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BA87F8E-3163-DDAD-BC47-501E5F58F019}"/>
              </a:ext>
            </a:extLst>
          </p:cNvPr>
          <p:cNvSpPr/>
          <p:nvPr/>
        </p:nvSpPr>
        <p:spPr>
          <a:xfrm>
            <a:off x="7867944" y="3782147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4D164C-F470-4261-4B5C-6B206E3AF3B8}"/>
              </a:ext>
            </a:extLst>
          </p:cNvPr>
          <p:cNvSpPr txBox="1"/>
          <p:nvPr/>
        </p:nvSpPr>
        <p:spPr>
          <a:xfrm>
            <a:off x="8206499" y="3799399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상세조회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B3EBB3-F52C-436D-A323-B71CB2E1FE14}"/>
              </a:ext>
            </a:extLst>
          </p:cNvPr>
          <p:cNvSpPr txBox="1"/>
          <p:nvPr/>
        </p:nvSpPr>
        <p:spPr>
          <a:xfrm>
            <a:off x="7947710" y="4154411"/>
            <a:ext cx="3871020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목록을 </a:t>
            </a: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더블클릭하여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사용자 정보 상세조회 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모달을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호출합니다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F4C8D85-3B2D-A3F7-8D2E-3414D2805DAA}"/>
              </a:ext>
            </a:extLst>
          </p:cNvPr>
          <p:cNvSpPr/>
          <p:nvPr/>
        </p:nvSpPr>
        <p:spPr>
          <a:xfrm>
            <a:off x="7867774" y="4993233"/>
            <a:ext cx="4031494" cy="110938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EC6BBE9-9241-C560-5180-6DAA5C353228}"/>
              </a:ext>
            </a:extLst>
          </p:cNvPr>
          <p:cNvSpPr/>
          <p:nvPr/>
        </p:nvSpPr>
        <p:spPr>
          <a:xfrm>
            <a:off x="7867773" y="4993232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6C32DF-134F-932A-61D9-D75BAEEA8F69}"/>
              </a:ext>
            </a:extLst>
          </p:cNvPr>
          <p:cNvSpPr txBox="1"/>
          <p:nvPr/>
        </p:nvSpPr>
        <p:spPr>
          <a:xfrm>
            <a:off x="8206328" y="5010484"/>
            <a:ext cx="3623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4955D2-3EF0-2FB0-DC36-8B912B2C36CD}"/>
              </a:ext>
            </a:extLst>
          </p:cNvPr>
          <p:cNvSpPr txBox="1"/>
          <p:nvPr/>
        </p:nvSpPr>
        <p:spPr>
          <a:xfrm>
            <a:off x="7947539" y="5365496"/>
            <a:ext cx="387102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 사용자 등록 </a:t>
            </a: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모달을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호출합니다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게스트 권한의 계정은 화면 조회는 가능하지만 사용자를 등록할 수는 없습니다</a:t>
            </a: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402AC12-2D4D-372C-3B28-78CD9F14923E}"/>
              </a:ext>
            </a:extLst>
          </p:cNvPr>
          <p:cNvSpPr/>
          <p:nvPr/>
        </p:nvSpPr>
        <p:spPr>
          <a:xfrm>
            <a:off x="7876670" y="2598251"/>
            <a:ext cx="4033185" cy="90625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2DB594-8DE9-C88C-F08E-BEB8F2F39E86}"/>
              </a:ext>
            </a:extLst>
          </p:cNvPr>
          <p:cNvSpPr/>
          <p:nvPr/>
        </p:nvSpPr>
        <p:spPr>
          <a:xfrm>
            <a:off x="7876670" y="2598250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4349D1-7F63-91BC-6E88-9C2CFDA89000}"/>
              </a:ext>
            </a:extLst>
          </p:cNvPr>
          <p:cNvSpPr txBox="1"/>
          <p:nvPr/>
        </p:nvSpPr>
        <p:spPr>
          <a:xfrm>
            <a:off x="8215225" y="2615502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39E8C-36E8-6EF3-B328-BE7BF66E12D5}"/>
              </a:ext>
            </a:extLst>
          </p:cNvPr>
          <p:cNvSpPr txBox="1"/>
          <p:nvPr/>
        </p:nvSpPr>
        <p:spPr>
          <a:xfrm>
            <a:off x="7956436" y="2970514"/>
            <a:ext cx="3872643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조건과 일치하는 사용자를 조회합니다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게스트 권한의 계정은 본인 계정만 조회할 수 있습니다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711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7D89762E-CA70-8983-BCDA-8F7B3F877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50" y="1583270"/>
            <a:ext cx="7429670" cy="496767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09EC556-C2EF-BF90-5A78-3D34EF3F1D50}"/>
              </a:ext>
            </a:extLst>
          </p:cNvPr>
          <p:cNvSpPr/>
          <p:nvPr/>
        </p:nvSpPr>
        <p:spPr>
          <a:xfrm rot="16200000">
            <a:off x="10851972" y="5512915"/>
            <a:ext cx="1895845" cy="794325"/>
          </a:xfrm>
          <a:prstGeom prst="rtTriangle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6AECB-70EE-B223-8A15-E0FC7A75D49D}"/>
              </a:ext>
            </a:extLst>
          </p:cNvPr>
          <p:cNvSpPr/>
          <p:nvPr/>
        </p:nvSpPr>
        <p:spPr>
          <a:xfrm>
            <a:off x="1" y="1"/>
            <a:ext cx="2580346" cy="226842"/>
          </a:xfrm>
          <a:prstGeom prst="rect">
            <a:avLst/>
          </a:prstGeom>
          <a:solidFill>
            <a:srgbClr val="FBA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F9A1C-4B00-E4E3-4FFB-F6867BF753D3}"/>
              </a:ext>
            </a:extLst>
          </p:cNvPr>
          <p:cNvSpPr/>
          <p:nvPr/>
        </p:nvSpPr>
        <p:spPr>
          <a:xfrm>
            <a:off x="2580348" y="1"/>
            <a:ext cx="9611655" cy="22684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A62F95-6CC9-F2E1-5A10-731B0154C4D8}"/>
              </a:ext>
            </a:extLst>
          </p:cNvPr>
          <p:cNvSpPr/>
          <p:nvPr/>
        </p:nvSpPr>
        <p:spPr>
          <a:xfrm>
            <a:off x="325977" y="897147"/>
            <a:ext cx="5868000" cy="69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2F9A7-D05A-91E5-5CDC-10834FF28F8E}"/>
              </a:ext>
            </a:extLst>
          </p:cNvPr>
          <p:cNvSpPr txBox="1"/>
          <p:nvPr/>
        </p:nvSpPr>
        <p:spPr>
          <a:xfrm>
            <a:off x="310030" y="383648"/>
            <a:ext cx="7204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사용자관리 </a:t>
            </a:r>
            <a:r>
              <a:rPr lang="en-US" altLang="ko-KR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3600" b="1" dirty="0">
                <a:solidFill>
                  <a:srgbClr val="FBA80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상세조회</a:t>
            </a:r>
            <a:endParaRPr lang="ko-KR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58F4D-39E6-CDA6-FDB9-FCE379FC19A8}"/>
              </a:ext>
            </a:extLst>
          </p:cNvPr>
          <p:cNvSpPr txBox="1"/>
          <p:nvPr/>
        </p:nvSpPr>
        <p:spPr>
          <a:xfrm>
            <a:off x="441340" y="1186784"/>
            <a:ext cx="63668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212529"/>
                </a:solidFill>
                <a:effectLst/>
                <a:latin typeface="system-ui"/>
              </a:rPr>
              <a:t>관리자가 사용자 상세정보를 조회 및 관리할 수 있는 화면입니다</a:t>
            </a:r>
            <a:r>
              <a:rPr lang="en-US" altLang="ko-KR" sz="1600" b="1" i="0" dirty="0">
                <a:solidFill>
                  <a:srgbClr val="212529"/>
                </a:solidFill>
                <a:effectLst/>
                <a:latin typeface="system-ui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8A71D06-008A-10CA-B4EF-C705091ADB35}"/>
              </a:ext>
            </a:extLst>
          </p:cNvPr>
          <p:cNvSpPr/>
          <p:nvPr/>
        </p:nvSpPr>
        <p:spPr>
          <a:xfrm>
            <a:off x="4789732" y="567121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2C60ED-9D97-5345-E66B-9A6BFB41DA77}"/>
              </a:ext>
            </a:extLst>
          </p:cNvPr>
          <p:cNvSpPr/>
          <p:nvPr/>
        </p:nvSpPr>
        <p:spPr>
          <a:xfrm>
            <a:off x="6133746" y="5671216"/>
            <a:ext cx="241175" cy="241175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CDDC009-7B1B-C6FD-FD79-15D11E98318B}"/>
              </a:ext>
            </a:extLst>
          </p:cNvPr>
          <p:cNvSpPr/>
          <p:nvPr/>
        </p:nvSpPr>
        <p:spPr>
          <a:xfrm>
            <a:off x="7876670" y="1597535"/>
            <a:ext cx="3998679" cy="956205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2D8D5C-F13C-DD42-1F28-5765536FF045}"/>
              </a:ext>
            </a:extLst>
          </p:cNvPr>
          <p:cNvSpPr/>
          <p:nvPr/>
        </p:nvSpPr>
        <p:spPr>
          <a:xfrm>
            <a:off x="7876670" y="1597534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FE41E-94FA-EDD1-217B-BD5D944B960D}"/>
              </a:ext>
            </a:extLst>
          </p:cNvPr>
          <p:cNvSpPr txBox="1"/>
          <p:nvPr/>
        </p:nvSpPr>
        <p:spPr>
          <a:xfrm>
            <a:off x="8215225" y="1614786"/>
            <a:ext cx="3580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초기화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23C3B-2EE1-794E-C0AB-ACD33C168DDC}"/>
              </a:ext>
            </a:extLst>
          </p:cNvPr>
          <p:cNvSpPr txBox="1"/>
          <p:nvPr/>
        </p:nvSpPr>
        <p:spPr>
          <a:xfrm>
            <a:off x="7956436" y="1969798"/>
            <a:ext cx="3839511" cy="58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사용자의 비밀번호를 초기 비밀번호로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402AC12-2D4D-372C-3B28-78CD9F14923E}"/>
              </a:ext>
            </a:extLst>
          </p:cNvPr>
          <p:cNvSpPr/>
          <p:nvPr/>
        </p:nvSpPr>
        <p:spPr>
          <a:xfrm>
            <a:off x="7876670" y="2815537"/>
            <a:ext cx="4033185" cy="1109388"/>
          </a:xfrm>
          <a:prstGeom prst="roundRect">
            <a:avLst>
              <a:gd name="adj" fmla="val 3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2DB594-8DE9-C88C-F08E-BEB8F2F39E86}"/>
              </a:ext>
            </a:extLst>
          </p:cNvPr>
          <p:cNvSpPr/>
          <p:nvPr/>
        </p:nvSpPr>
        <p:spPr>
          <a:xfrm>
            <a:off x="7876670" y="2815536"/>
            <a:ext cx="338554" cy="3385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4349D1-7F63-91BC-6E88-9C2CFDA89000}"/>
              </a:ext>
            </a:extLst>
          </p:cNvPr>
          <p:cNvSpPr txBox="1"/>
          <p:nvPr/>
        </p:nvSpPr>
        <p:spPr>
          <a:xfrm>
            <a:off x="8215225" y="2832788"/>
            <a:ext cx="3624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39E8C-36E8-6EF3-B328-BE7BF66E12D5}"/>
              </a:ext>
            </a:extLst>
          </p:cNvPr>
          <p:cNvSpPr txBox="1"/>
          <p:nvPr/>
        </p:nvSpPr>
        <p:spPr>
          <a:xfrm>
            <a:off x="7956436" y="3187800"/>
            <a:ext cx="3872643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입력한 사용자 정보를 저장합니다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just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게스트 권한의 계정은 화면 조회는 가능하지만 저장할 수는 없습니다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94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4219</TotalTime>
  <Words>1257</Words>
  <Application>Microsoft Office PowerPoint</Application>
  <PresentationFormat>와이드스크린</PresentationFormat>
  <Paragraphs>433</Paragraphs>
  <Slides>31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system-ui</vt:lpstr>
      <vt:lpstr>맑은 고딕</vt:lpstr>
      <vt:lpstr>휴먼편지체</vt:lpstr>
      <vt:lpstr>Aptos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상민 김</dc:creator>
  <cp:lastModifiedBy>상민 김</cp:lastModifiedBy>
  <cp:revision>232</cp:revision>
  <dcterms:created xsi:type="dcterms:W3CDTF">2024-01-23T00:53:21Z</dcterms:created>
  <dcterms:modified xsi:type="dcterms:W3CDTF">2026-01-29T10:17:14Z</dcterms:modified>
</cp:coreProperties>
</file>